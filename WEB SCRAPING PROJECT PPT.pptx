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71" r:id="rId5"/>
    <p:sldId id="260" r:id="rId6"/>
    <p:sldId id="261" r:id="rId7"/>
    <p:sldId id="264" r:id="rId8"/>
    <p:sldId id="266" r:id="rId9"/>
    <p:sldId id="272" r:id="rId10"/>
    <p:sldId id="267" r:id="rId11"/>
    <p:sldId id="268" r:id="rId12"/>
    <p:sldId id="269" r:id="rId13"/>
    <p:sldId id="270" r:id="rId14"/>
    <p:sldId id="280" r:id="rId15"/>
    <p:sldId id="273" r:id="rId16"/>
    <p:sldId id="277" r:id="rId17"/>
    <p:sldId id="278" r:id="rId18"/>
    <p:sldId id="279" r:id="rId19"/>
    <p:sldId id="276" r:id="rId20"/>
    <p:sldId id="259" r:id="rId21"/>
  </p:sldIdLst>
  <p:sldSz cx="12192000" cy="6858000"/>
  <p:notesSz cx="6858000" cy="9144000"/>
  <p:embeddedFontLst>
    <p:embeddedFont>
      <p:font typeface="Libre Baskerville" panose="02000000000000000000" pitchFamily="2" charset="0"/>
      <p:regular r:id="rId23"/>
      <p:bold r:id="rId24"/>
      <p:italic r:id="rId25"/>
      <p:boldItalic r:id="rId26"/>
    </p:embeddedFont>
    <p:embeddedFont>
      <p:font typeface="times" panose="02020603050405020304" pitchFamily="18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2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A056B2-02AD-4B38-8B01-E58CA8E1C8D9}" v="87" dt="2026-10-10T07:16:44.3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customschemas.google.com/relationships/presentationmetadata" Target="metadata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ivalli janani" userId="6f627e7006eb703b" providerId="LiveId" clId="{AF1408CD-7BB7-47CB-9219-8E963C8BF9F5}"/>
    <pc:docChg chg="undo custSel addSld delSld modSld sldOrd">
      <pc:chgData name="Srivalli janani" userId="6f627e7006eb703b" providerId="LiveId" clId="{AF1408CD-7BB7-47CB-9219-8E963C8BF9F5}" dt="2026-10-10T07:17:22.181" v="1572"/>
      <pc:docMkLst>
        <pc:docMk/>
      </pc:docMkLst>
      <pc:sldChg chg="modSp mod">
        <pc:chgData name="Srivalli janani" userId="6f627e7006eb703b" providerId="LiveId" clId="{AF1408CD-7BB7-47CB-9219-8E963C8BF9F5}" dt="2026-10-09T15:41:52.303" v="1278" actId="20577"/>
        <pc:sldMkLst>
          <pc:docMk/>
          <pc:sldMk cId="0" sldId="256"/>
        </pc:sldMkLst>
        <pc:spChg chg="mod">
          <ac:chgData name="Srivalli janani" userId="6f627e7006eb703b" providerId="LiveId" clId="{AF1408CD-7BB7-47CB-9219-8E963C8BF9F5}" dt="2026-10-09T15:41:52.303" v="1278" actId="20577"/>
          <ac:spMkLst>
            <pc:docMk/>
            <pc:sldMk cId="0" sldId="256"/>
            <ac:spMk id="99" creationId="{00000000-0000-0000-0000-000000000000}"/>
          </ac:spMkLst>
        </pc:spChg>
      </pc:sldChg>
      <pc:sldChg chg="modSp">
        <pc:chgData name="Srivalli janani" userId="6f627e7006eb703b" providerId="LiveId" clId="{AF1408CD-7BB7-47CB-9219-8E963C8BF9F5}" dt="2026-10-08T13:03:51.079" v="636" actId="12"/>
        <pc:sldMkLst>
          <pc:docMk/>
          <pc:sldMk cId="0" sldId="257"/>
        </pc:sldMkLst>
        <pc:spChg chg="mod">
          <ac:chgData name="Srivalli janani" userId="6f627e7006eb703b" providerId="LiveId" clId="{AF1408CD-7BB7-47CB-9219-8E963C8BF9F5}" dt="2026-10-08T13:03:51.079" v="636" actId="12"/>
          <ac:spMkLst>
            <pc:docMk/>
            <pc:sldMk cId="0" sldId="257"/>
            <ac:spMk id="105" creationId="{00000000-0000-0000-0000-000000000000}"/>
          </ac:spMkLst>
        </pc:spChg>
      </pc:sldChg>
      <pc:sldChg chg="modSp mod">
        <pc:chgData name="Srivalli janani" userId="6f627e7006eb703b" providerId="LiveId" clId="{AF1408CD-7BB7-47CB-9219-8E963C8BF9F5}" dt="2026-10-10T04:43:46.102" v="1330" actId="113"/>
        <pc:sldMkLst>
          <pc:docMk/>
          <pc:sldMk cId="0" sldId="258"/>
        </pc:sldMkLst>
        <pc:spChg chg="mod">
          <ac:chgData name="Srivalli janani" userId="6f627e7006eb703b" providerId="LiveId" clId="{AF1408CD-7BB7-47CB-9219-8E963C8BF9F5}" dt="2026-10-08T13:03:29.714" v="621" actId="12"/>
          <ac:spMkLst>
            <pc:docMk/>
            <pc:sldMk cId="0" sldId="258"/>
            <ac:spMk id="110" creationId="{00000000-0000-0000-0000-000000000000}"/>
          </ac:spMkLst>
        </pc:spChg>
        <pc:spChg chg="mod">
          <ac:chgData name="Srivalli janani" userId="6f627e7006eb703b" providerId="LiveId" clId="{AF1408CD-7BB7-47CB-9219-8E963C8BF9F5}" dt="2026-10-10T04:43:46.102" v="1330" actId="113"/>
          <ac:spMkLst>
            <pc:docMk/>
            <pc:sldMk cId="0" sldId="258"/>
            <ac:spMk id="111" creationId="{00000000-0000-0000-0000-000000000000}"/>
          </ac:spMkLst>
        </pc:spChg>
      </pc:sldChg>
      <pc:sldChg chg="modSp mod">
        <pc:chgData name="Srivalli janani" userId="6f627e7006eb703b" providerId="LiveId" clId="{AF1408CD-7BB7-47CB-9219-8E963C8BF9F5}" dt="2026-10-10T07:11:13.525" v="1531" actId="20577"/>
        <pc:sldMkLst>
          <pc:docMk/>
          <pc:sldMk cId="2663700470" sldId="260"/>
        </pc:sldMkLst>
        <pc:spChg chg="mod">
          <ac:chgData name="Srivalli janani" userId="6f627e7006eb703b" providerId="LiveId" clId="{AF1408CD-7BB7-47CB-9219-8E963C8BF9F5}" dt="2026-10-08T14:07:45.372" v="1134" actId="207"/>
          <ac:spMkLst>
            <pc:docMk/>
            <pc:sldMk cId="2663700470" sldId="260"/>
            <ac:spMk id="2" creationId="{294F56A1-48D0-D7D9-3E5E-C86034FFF6E5}"/>
          </ac:spMkLst>
        </pc:spChg>
        <pc:spChg chg="mod">
          <ac:chgData name="Srivalli janani" userId="6f627e7006eb703b" providerId="LiveId" clId="{AF1408CD-7BB7-47CB-9219-8E963C8BF9F5}" dt="2026-10-10T07:11:13.525" v="1531" actId="20577"/>
          <ac:spMkLst>
            <pc:docMk/>
            <pc:sldMk cId="2663700470" sldId="260"/>
            <ac:spMk id="3" creationId="{F4E18383-AFFA-4819-19B9-898ECE500622}"/>
          </ac:spMkLst>
        </pc:spChg>
      </pc:sldChg>
      <pc:sldChg chg="modSp mod">
        <pc:chgData name="Srivalli janani" userId="6f627e7006eb703b" providerId="LiveId" clId="{AF1408CD-7BB7-47CB-9219-8E963C8BF9F5}" dt="2026-10-10T06:46:28.639" v="1340" actId="12"/>
        <pc:sldMkLst>
          <pc:docMk/>
          <pc:sldMk cId="1235020628" sldId="261"/>
        </pc:sldMkLst>
        <pc:spChg chg="mod">
          <ac:chgData name="Srivalli janani" userId="6f627e7006eb703b" providerId="LiveId" clId="{AF1408CD-7BB7-47CB-9219-8E963C8BF9F5}" dt="2026-10-08T14:07:40.438" v="1133" actId="207"/>
          <ac:spMkLst>
            <pc:docMk/>
            <pc:sldMk cId="1235020628" sldId="261"/>
            <ac:spMk id="2" creationId="{D28CC542-24DD-C8F4-8795-007FFF07FB5B}"/>
          </ac:spMkLst>
        </pc:spChg>
        <pc:spChg chg="mod">
          <ac:chgData name="Srivalli janani" userId="6f627e7006eb703b" providerId="LiveId" clId="{AF1408CD-7BB7-47CB-9219-8E963C8BF9F5}" dt="2026-10-10T06:46:28.639" v="1340" actId="12"/>
          <ac:spMkLst>
            <pc:docMk/>
            <pc:sldMk cId="1235020628" sldId="261"/>
            <ac:spMk id="3" creationId="{BA68C855-C7BE-D105-31F4-3A9E79C8C3DF}"/>
          </ac:spMkLst>
        </pc:spChg>
      </pc:sldChg>
      <pc:sldChg chg="modSp mod">
        <pc:chgData name="Srivalli janani" userId="6f627e7006eb703b" providerId="LiveId" clId="{AF1408CD-7BB7-47CB-9219-8E963C8BF9F5}" dt="2026-10-10T06:46:59.474" v="1345" actId="2711"/>
        <pc:sldMkLst>
          <pc:docMk/>
          <pc:sldMk cId="1444331035" sldId="264"/>
        </pc:sldMkLst>
        <pc:spChg chg="mod">
          <ac:chgData name="Srivalli janani" userId="6f627e7006eb703b" providerId="LiveId" clId="{AF1408CD-7BB7-47CB-9219-8E963C8BF9F5}" dt="2026-10-08T14:07:35.540" v="1132" actId="207"/>
          <ac:spMkLst>
            <pc:docMk/>
            <pc:sldMk cId="1444331035" sldId="264"/>
            <ac:spMk id="2" creationId="{7448C92C-58E3-2264-4EC6-2D036E66CB76}"/>
          </ac:spMkLst>
        </pc:spChg>
        <pc:spChg chg="mod">
          <ac:chgData name="Srivalli janani" userId="6f627e7006eb703b" providerId="LiveId" clId="{AF1408CD-7BB7-47CB-9219-8E963C8BF9F5}" dt="2026-10-10T06:46:59.474" v="1345" actId="2711"/>
          <ac:spMkLst>
            <pc:docMk/>
            <pc:sldMk cId="1444331035" sldId="264"/>
            <ac:spMk id="3" creationId="{0869CADF-080E-8ED8-4220-BFFA00CA96C9}"/>
          </ac:spMkLst>
        </pc:spChg>
      </pc:sldChg>
      <pc:sldChg chg="addSp delSp modSp new mod">
        <pc:chgData name="Srivalli janani" userId="6f627e7006eb703b" providerId="LiveId" clId="{AF1408CD-7BB7-47CB-9219-8E963C8BF9F5}" dt="2026-10-10T07:09:34.655" v="1528" actId="12385"/>
        <pc:sldMkLst>
          <pc:docMk/>
          <pc:sldMk cId="2975249925" sldId="266"/>
        </pc:sldMkLst>
        <pc:spChg chg="mod">
          <ac:chgData name="Srivalli janani" userId="6f627e7006eb703b" providerId="LiveId" clId="{AF1408CD-7BB7-47CB-9219-8E963C8BF9F5}" dt="2026-10-08T14:07:25.968" v="1130" actId="207"/>
          <ac:spMkLst>
            <pc:docMk/>
            <pc:sldMk cId="2975249925" sldId="266"/>
            <ac:spMk id="2" creationId="{1D135465-608A-9611-4FB8-9319D647BC48}"/>
          </ac:spMkLst>
        </pc:spChg>
        <pc:spChg chg="add del mod">
          <ac:chgData name="Srivalli janani" userId="6f627e7006eb703b" providerId="LiveId" clId="{AF1408CD-7BB7-47CB-9219-8E963C8BF9F5}" dt="2026-10-10T06:50:59.343" v="1365" actId="47"/>
          <ac:spMkLst>
            <pc:docMk/>
            <pc:sldMk cId="2975249925" sldId="266"/>
            <ac:spMk id="4" creationId="{60DEC8DE-0717-7A78-A68B-183F596AC3DA}"/>
          </ac:spMkLst>
        </pc:spChg>
        <pc:spChg chg="add del mod">
          <ac:chgData name="Srivalli janani" userId="6f627e7006eb703b" providerId="LiveId" clId="{AF1408CD-7BB7-47CB-9219-8E963C8BF9F5}" dt="2026-10-10T06:50:58.406" v="1362" actId="478"/>
          <ac:spMkLst>
            <pc:docMk/>
            <pc:sldMk cId="2975249925" sldId="266"/>
            <ac:spMk id="6" creationId="{7079121B-8195-8B92-90B1-B25A4F092661}"/>
          </ac:spMkLst>
        </pc:spChg>
        <pc:spChg chg="add del mod">
          <ac:chgData name="Srivalli janani" userId="6f627e7006eb703b" providerId="LiveId" clId="{AF1408CD-7BB7-47CB-9219-8E963C8BF9F5}" dt="2026-10-10T06:51:29.356" v="1389"/>
          <ac:spMkLst>
            <pc:docMk/>
            <pc:sldMk cId="2975249925" sldId="266"/>
            <ac:spMk id="9" creationId="{14042791-2489-D6C7-5288-4260EA21408B}"/>
          </ac:spMkLst>
        </pc:spChg>
        <pc:graphicFrameChg chg="add del mod modGraphic">
          <ac:chgData name="Srivalli janani" userId="6f627e7006eb703b" providerId="LiveId" clId="{AF1408CD-7BB7-47CB-9219-8E963C8BF9F5}" dt="2026-10-10T06:50:58.406" v="1362" actId="478"/>
          <ac:graphicFrameMkLst>
            <pc:docMk/>
            <pc:sldMk cId="2975249925" sldId="266"/>
            <ac:graphicFrameMk id="3" creationId="{0ABB7779-6CD2-8B0E-0D19-20A9E05BB751}"/>
          </ac:graphicFrameMkLst>
        </pc:graphicFrameChg>
        <pc:graphicFrameChg chg="add mod modGraphic">
          <ac:chgData name="Srivalli janani" userId="6f627e7006eb703b" providerId="LiveId" clId="{AF1408CD-7BB7-47CB-9219-8E963C8BF9F5}" dt="2026-10-10T07:09:34.655" v="1528" actId="12385"/>
          <ac:graphicFrameMkLst>
            <pc:docMk/>
            <pc:sldMk cId="2975249925" sldId="266"/>
            <ac:graphicFrameMk id="7" creationId="{72FC84C5-5DE0-072C-D827-374D55B731FA}"/>
          </ac:graphicFrameMkLst>
        </pc:graphicFrameChg>
      </pc:sldChg>
      <pc:sldChg chg="addSp delSp modSp new mod">
        <pc:chgData name="Srivalli janani" userId="6f627e7006eb703b" providerId="LiveId" clId="{AF1408CD-7BB7-47CB-9219-8E963C8BF9F5}" dt="2026-10-10T06:58:17.657" v="1437" actId="12"/>
        <pc:sldMkLst>
          <pc:docMk/>
          <pc:sldMk cId="2986345043" sldId="267"/>
        </pc:sldMkLst>
        <pc:spChg chg="mod">
          <ac:chgData name="Srivalli janani" userId="6f627e7006eb703b" providerId="LiveId" clId="{AF1408CD-7BB7-47CB-9219-8E963C8BF9F5}" dt="2026-10-08T14:07:06.555" v="1128" actId="207"/>
          <ac:spMkLst>
            <pc:docMk/>
            <pc:sldMk cId="2986345043" sldId="267"/>
            <ac:spMk id="2" creationId="{8163767F-8A00-3E08-562A-D68A616AB833}"/>
          </ac:spMkLst>
        </pc:spChg>
        <pc:spChg chg="mod">
          <ac:chgData name="Srivalli janani" userId="6f627e7006eb703b" providerId="LiveId" clId="{AF1408CD-7BB7-47CB-9219-8E963C8BF9F5}" dt="2026-10-10T06:55:25.128" v="1409" actId="20577"/>
          <ac:spMkLst>
            <pc:docMk/>
            <pc:sldMk cId="2986345043" sldId="267"/>
            <ac:spMk id="3" creationId="{C12A9BF3-B4C5-D1F1-89A9-C20F886FB9DD}"/>
          </ac:spMkLst>
        </pc:spChg>
        <pc:spChg chg="add mod">
          <ac:chgData name="Srivalli janani" userId="6f627e7006eb703b" providerId="LiveId" clId="{AF1408CD-7BB7-47CB-9219-8E963C8BF9F5}" dt="2026-10-10T06:55:44.542" v="1415" actId="12"/>
          <ac:spMkLst>
            <pc:docMk/>
            <pc:sldMk cId="2986345043" sldId="267"/>
            <ac:spMk id="8" creationId="{A5EAF976-33A5-0FDD-7242-63746D71FF2C}"/>
          </ac:spMkLst>
        </pc:spChg>
        <pc:spChg chg="add mod">
          <ac:chgData name="Srivalli janani" userId="6f627e7006eb703b" providerId="LiveId" clId="{AF1408CD-7BB7-47CB-9219-8E963C8BF9F5}" dt="2026-10-10T06:58:17.657" v="1437" actId="12"/>
          <ac:spMkLst>
            <pc:docMk/>
            <pc:sldMk cId="2986345043" sldId="267"/>
            <ac:spMk id="11" creationId="{193558FD-97B6-BE73-6802-145560D154C5}"/>
          </ac:spMkLst>
        </pc:spChg>
        <pc:picChg chg="add del mod">
          <ac:chgData name="Srivalli janani" userId="6f627e7006eb703b" providerId="LiveId" clId="{AF1408CD-7BB7-47CB-9219-8E963C8BF9F5}" dt="2026-10-10T06:54:10.437" v="1390" actId="478"/>
          <ac:picMkLst>
            <pc:docMk/>
            <pc:sldMk cId="2986345043" sldId="267"/>
            <ac:picMk id="5" creationId="{D2DAAFBE-4F51-4D11-1E1F-B06AAEA25BCA}"/>
          </ac:picMkLst>
        </pc:picChg>
        <pc:picChg chg="add mod">
          <ac:chgData name="Srivalli janani" userId="6f627e7006eb703b" providerId="LiveId" clId="{AF1408CD-7BB7-47CB-9219-8E963C8BF9F5}" dt="2026-10-10T06:55:28.366" v="1410" actId="1076"/>
          <ac:picMkLst>
            <pc:docMk/>
            <pc:sldMk cId="2986345043" sldId="267"/>
            <ac:picMk id="6" creationId="{06E82933-A147-8CD4-DF80-07523CB29438}"/>
          </ac:picMkLst>
        </pc:picChg>
        <pc:picChg chg="add del mod">
          <ac:chgData name="Srivalli janani" userId="6f627e7006eb703b" providerId="LiveId" clId="{AF1408CD-7BB7-47CB-9219-8E963C8BF9F5}" dt="2026-10-10T06:57:32.056" v="1428" actId="478"/>
          <ac:picMkLst>
            <pc:docMk/>
            <pc:sldMk cId="2986345043" sldId="267"/>
            <ac:picMk id="7" creationId="{AE1825FF-0FAC-217A-D91B-F9EC6332C6F3}"/>
          </ac:picMkLst>
        </pc:picChg>
        <pc:picChg chg="add mod">
          <ac:chgData name="Srivalli janani" userId="6f627e7006eb703b" providerId="LiveId" clId="{AF1408CD-7BB7-47CB-9219-8E963C8BF9F5}" dt="2026-10-10T06:58:02.697" v="1434" actId="14100"/>
          <ac:picMkLst>
            <pc:docMk/>
            <pc:sldMk cId="2986345043" sldId="267"/>
            <ac:picMk id="10" creationId="{AF8F46E5-7852-01F6-2BFE-504E4B322FA7}"/>
          </ac:picMkLst>
        </pc:picChg>
      </pc:sldChg>
      <pc:sldChg chg="addSp delSp modSp new mod">
        <pc:chgData name="Srivalli janani" userId="6f627e7006eb703b" providerId="LiveId" clId="{AF1408CD-7BB7-47CB-9219-8E963C8BF9F5}" dt="2026-10-10T06:57:17.517" v="1427" actId="12"/>
        <pc:sldMkLst>
          <pc:docMk/>
          <pc:sldMk cId="2344927681" sldId="268"/>
        </pc:sldMkLst>
        <pc:spChg chg="add mod">
          <ac:chgData name="Srivalli janani" userId="6f627e7006eb703b" providerId="LiveId" clId="{AF1408CD-7BB7-47CB-9219-8E963C8BF9F5}" dt="2026-10-08T13:26:02.890" v="835" actId="5793"/>
          <ac:spMkLst>
            <pc:docMk/>
            <pc:sldMk cId="2344927681" sldId="268"/>
            <ac:spMk id="13" creationId="{CDF88B06-DDE9-5A0E-D6A4-84E8B866669D}"/>
          </ac:spMkLst>
        </pc:spChg>
        <pc:spChg chg="add mod">
          <ac:chgData name="Srivalli janani" userId="6f627e7006eb703b" providerId="LiveId" clId="{AF1408CD-7BB7-47CB-9219-8E963C8BF9F5}" dt="2026-10-10T06:57:17.517" v="1427" actId="12"/>
          <ac:spMkLst>
            <pc:docMk/>
            <pc:sldMk cId="2344927681" sldId="268"/>
            <ac:spMk id="14" creationId="{E026FD78-D879-39A2-7EB2-6B9BB75CD899}"/>
          </ac:spMkLst>
        </pc:spChg>
        <pc:picChg chg="add mod">
          <ac:chgData name="Srivalli janani" userId="6f627e7006eb703b" providerId="LiveId" clId="{AF1408CD-7BB7-47CB-9219-8E963C8BF9F5}" dt="2026-10-10T06:57:00.780" v="1424" actId="1076"/>
          <ac:picMkLst>
            <pc:docMk/>
            <pc:sldMk cId="2344927681" sldId="268"/>
            <ac:picMk id="3" creationId="{4854FA54-CB35-A118-B4AB-247BC96DBD6E}"/>
          </ac:picMkLst>
        </pc:picChg>
        <pc:picChg chg="add mod">
          <ac:chgData name="Srivalli janani" userId="6f627e7006eb703b" providerId="LiveId" clId="{AF1408CD-7BB7-47CB-9219-8E963C8BF9F5}" dt="2026-10-08T13:23:51.282" v="813" actId="1076"/>
          <ac:picMkLst>
            <pc:docMk/>
            <pc:sldMk cId="2344927681" sldId="268"/>
            <ac:picMk id="9" creationId="{8AEB4241-A6D5-6970-BD70-5B595A686E2E}"/>
          </ac:picMkLst>
        </pc:picChg>
        <pc:picChg chg="add del mod">
          <ac:chgData name="Srivalli janani" userId="6f627e7006eb703b" providerId="LiveId" clId="{AF1408CD-7BB7-47CB-9219-8E963C8BF9F5}" dt="2026-10-10T06:56:47.490" v="1416" actId="478"/>
          <ac:picMkLst>
            <pc:docMk/>
            <pc:sldMk cId="2344927681" sldId="268"/>
            <ac:picMk id="12" creationId="{17B2148C-25E8-E32C-836E-21FB9801B355}"/>
          </ac:picMkLst>
        </pc:picChg>
      </pc:sldChg>
      <pc:sldChg chg="addSp delSp modSp new mod">
        <pc:chgData name="Srivalli janani" userId="6f627e7006eb703b" providerId="LiveId" clId="{AF1408CD-7BB7-47CB-9219-8E963C8BF9F5}" dt="2026-10-10T07:01:35.263" v="1463" actId="123"/>
        <pc:sldMkLst>
          <pc:docMk/>
          <pc:sldMk cId="2555737393" sldId="269"/>
        </pc:sldMkLst>
        <pc:spChg chg="mod">
          <ac:chgData name="Srivalli janani" userId="6f627e7006eb703b" providerId="LiveId" clId="{AF1408CD-7BB7-47CB-9219-8E963C8BF9F5}" dt="2026-10-08T14:06:49.069" v="1124" actId="207"/>
          <ac:spMkLst>
            <pc:docMk/>
            <pc:sldMk cId="2555737393" sldId="269"/>
            <ac:spMk id="2" creationId="{F7BC2087-9700-E3E5-0732-6C310F02DE97}"/>
          </ac:spMkLst>
        </pc:spChg>
        <pc:spChg chg="add mod">
          <ac:chgData name="Srivalli janani" userId="6f627e7006eb703b" providerId="LiveId" clId="{AF1408CD-7BB7-47CB-9219-8E963C8BF9F5}" dt="2026-10-10T07:01:35.263" v="1463" actId="123"/>
          <ac:spMkLst>
            <pc:docMk/>
            <pc:sldMk cId="2555737393" sldId="269"/>
            <ac:spMk id="6" creationId="{A40E3900-5517-16E8-132E-666BEBD79C56}"/>
          </ac:spMkLst>
        </pc:spChg>
        <pc:spChg chg="add del mod">
          <ac:chgData name="Srivalli janani" userId="6f627e7006eb703b" providerId="LiveId" clId="{AF1408CD-7BB7-47CB-9219-8E963C8BF9F5}" dt="2026-10-10T07:00:50.588" v="1452"/>
          <ac:spMkLst>
            <pc:docMk/>
            <pc:sldMk cId="2555737393" sldId="269"/>
            <ac:spMk id="8" creationId="{B7191E10-1323-4265-3EBC-A604959E3A74}"/>
          </ac:spMkLst>
        </pc:spChg>
        <pc:spChg chg="add del mod">
          <ac:chgData name="Srivalli janani" userId="6f627e7006eb703b" providerId="LiveId" clId="{AF1408CD-7BB7-47CB-9219-8E963C8BF9F5}" dt="2026-10-10T07:00:50.588" v="1454"/>
          <ac:spMkLst>
            <pc:docMk/>
            <pc:sldMk cId="2555737393" sldId="269"/>
            <ac:spMk id="9" creationId="{15F3EB2C-F512-333A-3C2C-4CB66BB14CC8}"/>
          </ac:spMkLst>
        </pc:spChg>
        <pc:picChg chg="add mod">
          <ac:chgData name="Srivalli janani" userId="6f627e7006eb703b" providerId="LiveId" clId="{AF1408CD-7BB7-47CB-9219-8E963C8BF9F5}" dt="2026-10-10T07:01:04.549" v="1457" actId="1076"/>
          <ac:picMkLst>
            <pc:docMk/>
            <pc:sldMk cId="2555737393" sldId="269"/>
            <ac:picMk id="4" creationId="{C6EF8982-7E96-102F-D48D-870AF7AB188F}"/>
          </ac:picMkLst>
        </pc:picChg>
        <pc:picChg chg="add del mod">
          <ac:chgData name="Srivalli janani" userId="6f627e7006eb703b" providerId="LiveId" clId="{AF1408CD-7BB7-47CB-9219-8E963C8BF9F5}" dt="2026-10-10T07:00:51.834" v="1455" actId="478"/>
          <ac:picMkLst>
            <pc:docMk/>
            <pc:sldMk cId="2555737393" sldId="269"/>
            <ac:picMk id="5" creationId="{E33C50FD-41DA-E11A-0830-FF8162AC8AEC}"/>
          </ac:picMkLst>
        </pc:picChg>
        <pc:picChg chg="add del mod">
          <ac:chgData name="Srivalli janani" userId="6f627e7006eb703b" providerId="LiveId" clId="{AF1408CD-7BB7-47CB-9219-8E963C8BF9F5}" dt="2026-10-10T07:00:50.581" v="1450" actId="478"/>
          <ac:picMkLst>
            <pc:docMk/>
            <pc:sldMk cId="2555737393" sldId="269"/>
            <ac:picMk id="7" creationId="{CE57F896-8D9A-6F13-D8B9-D247E1ED956B}"/>
          </ac:picMkLst>
        </pc:picChg>
      </pc:sldChg>
      <pc:sldChg chg="addSp delSp modSp new mod">
        <pc:chgData name="Srivalli janani" userId="6f627e7006eb703b" providerId="LiveId" clId="{AF1408CD-7BB7-47CB-9219-8E963C8BF9F5}" dt="2026-10-10T07:02:57.517" v="1477" actId="14100"/>
        <pc:sldMkLst>
          <pc:docMk/>
          <pc:sldMk cId="1299176555" sldId="270"/>
        </pc:sldMkLst>
        <pc:spChg chg="add mod">
          <ac:chgData name="Srivalli janani" userId="6f627e7006eb703b" providerId="LiveId" clId="{AF1408CD-7BB7-47CB-9219-8E963C8BF9F5}" dt="2026-10-10T07:02:57.517" v="1477" actId="14100"/>
          <ac:spMkLst>
            <pc:docMk/>
            <pc:sldMk cId="1299176555" sldId="270"/>
            <ac:spMk id="4" creationId="{C1522E5F-F2A0-B287-D3CA-EB0EC1EA6395}"/>
          </ac:spMkLst>
        </pc:spChg>
        <pc:spChg chg="add del mod">
          <ac:chgData name="Srivalli janani" userId="6f627e7006eb703b" providerId="LiveId" clId="{AF1408CD-7BB7-47CB-9219-8E963C8BF9F5}" dt="2026-10-10T07:00:43.753" v="1445"/>
          <ac:spMkLst>
            <pc:docMk/>
            <pc:sldMk cId="1299176555" sldId="270"/>
            <ac:spMk id="12" creationId="{CE5FA6AE-9F47-B0BB-1067-AF2098451D0D}"/>
          </ac:spMkLst>
        </pc:spChg>
        <pc:spChg chg="add del mod">
          <ac:chgData name="Srivalli janani" userId="6f627e7006eb703b" providerId="LiveId" clId="{AF1408CD-7BB7-47CB-9219-8E963C8BF9F5}" dt="2026-10-10T07:00:43.753" v="1447"/>
          <ac:spMkLst>
            <pc:docMk/>
            <pc:sldMk cId="1299176555" sldId="270"/>
            <ac:spMk id="13" creationId="{13EF4C05-FB4B-CE9F-A3E8-869C350029B1}"/>
          </ac:spMkLst>
        </pc:spChg>
        <pc:picChg chg="add mod">
          <ac:chgData name="Srivalli janani" userId="6f627e7006eb703b" providerId="LiveId" clId="{AF1408CD-7BB7-47CB-9219-8E963C8BF9F5}" dt="2026-10-10T07:02:03.965" v="1468" actId="1076"/>
          <ac:picMkLst>
            <pc:docMk/>
            <pc:sldMk cId="1299176555" sldId="270"/>
            <ac:picMk id="3" creationId="{2F0C7BDD-56DF-1C51-DF8C-C7122085B33D}"/>
          </ac:picMkLst>
        </pc:picChg>
        <pc:picChg chg="add del mod">
          <ac:chgData name="Srivalli janani" userId="6f627e7006eb703b" providerId="LiveId" clId="{AF1408CD-7BB7-47CB-9219-8E963C8BF9F5}" dt="2026-10-10T07:00:33.001" v="1438" actId="478"/>
          <ac:picMkLst>
            <pc:docMk/>
            <pc:sldMk cId="1299176555" sldId="270"/>
            <ac:picMk id="7" creationId="{56E6FDBB-F2BF-4DB8-3D44-B873C43FAF04}"/>
          </ac:picMkLst>
        </pc:picChg>
        <pc:picChg chg="add del mod">
          <ac:chgData name="Srivalli janani" userId="6f627e7006eb703b" providerId="LiveId" clId="{AF1408CD-7BB7-47CB-9219-8E963C8BF9F5}" dt="2026-10-10T07:00:34.309" v="1439" actId="478"/>
          <ac:picMkLst>
            <pc:docMk/>
            <pc:sldMk cId="1299176555" sldId="270"/>
            <ac:picMk id="9" creationId="{110A17EE-1B20-C88E-8A3A-36096C496AFA}"/>
          </ac:picMkLst>
        </pc:picChg>
      </pc:sldChg>
      <pc:sldChg chg="modSp new mod ord">
        <pc:chgData name="Srivalli janani" userId="6f627e7006eb703b" providerId="LiveId" clId="{AF1408CD-7BB7-47CB-9219-8E963C8BF9F5}" dt="2026-10-10T07:14:09.391" v="1535"/>
        <pc:sldMkLst>
          <pc:docMk/>
          <pc:sldMk cId="722278835" sldId="271"/>
        </pc:sldMkLst>
        <pc:spChg chg="mod">
          <ac:chgData name="Srivalli janani" userId="6f627e7006eb703b" providerId="LiveId" clId="{AF1408CD-7BB7-47CB-9219-8E963C8BF9F5}" dt="2026-10-08T14:07:31.605" v="1131" actId="207"/>
          <ac:spMkLst>
            <pc:docMk/>
            <pc:sldMk cId="722278835" sldId="271"/>
            <ac:spMk id="2" creationId="{F5DE6426-DE55-AEA8-5607-2D917AEF28CB}"/>
          </ac:spMkLst>
        </pc:spChg>
        <pc:spChg chg="mod">
          <ac:chgData name="Srivalli janani" userId="6f627e7006eb703b" providerId="LiveId" clId="{AF1408CD-7BB7-47CB-9219-8E963C8BF9F5}" dt="2026-10-10T06:48:45.566" v="1348" actId="2711"/>
          <ac:spMkLst>
            <pc:docMk/>
            <pc:sldMk cId="722278835" sldId="271"/>
            <ac:spMk id="3" creationId="{FF0AD754-0A42-9F28-D6CB-F9E48C0E6DA2}"/>
          </ac:spMkLst>
        </pc:spChg>
      </pc:sldChg>
      <pc:sldChg chg="modSp new mod">
        <pc:chgData name="Srivalli janani" userId="6f627e7006eb703b" providerId="LiveId" clId="{AF1408CD-7BB7-47CB-9219-8E963C8BF9F5}" dt="2026-10-10T07:10:40.913" v="1529" actId="404"/>
        <pc:sldMkLst>
          <pc:docMk/>
          <pc:sldMk cId="3204914391" sldId="272"/>
        </pc:sldMkLst>
        <pc:spChg chg="mod">
          <ac:chgData name="Srivalli janani" userId="6f627e7006eb703b" providerId="LiveId" clId="{AF1408CD-7BB7-47CB-9219-8E963C8BF9F5}" dt="2026-10-08T14:07:21.538" v="1129" actId="207"/>
          <ac:spMkLst>
            <pc:docMk/>
            <pc:sldMk cId="3204914391" sldId="272"/>
            <ac:spMk id="2" creationId="{CBD16449-1914-CF31-BD6E-457BA09033D0}"/>
          </ac:spMkLst>
        </pc:spChg>
        <pc:spChg chg="mod">
          <ac:chgData name="Srivalli janani" userId="6f627e7006eb703b" providerId="LiveId" clId="{AF1408CD-7BB7-47CB-9219-8E963C8BF9F5}" dt="2026-10-10T07:10:40.913" v="1529" actId="404"/>
          <ac:spMkLst>
            <pc:docMk/>
            <pc:sldMk cId="3204914391" sldId="272"/>
            <ac:spMk id="3" creationId="{7E6F643D-1925-73BB-F869-A7C692A53687}"/>
          </ac:spMkLst>
        </pc:spChg>
      </pc:sldChg>
      <pc:sldChg chg="addSp delSp modSp new mod">
        <pc:chgData name="Srivalli janani" userId="6f627e7006eb703b" providerId="LiveId" clId="{AF1408CD-7BB7-47CB-9219-8E963C8BF9F5}" dt="2026-10-08T14:06:42.387" v="1123" actId="207"/>
        <pc:sldMkLst>
          <pc:docMk/>
          <pc:sldMk cId="3855329995" sldId="273"/>
        </pc:sldMkLst>
        <pc:spChg chg="mod">
          <ac:chgData name="Srivalli janani" userId="6f627e7006eb703b" providerId="LiveId" clId="{AF1408CD-7BB7-47CB-9219-8E963C8BF9F5}" dt="2026-10-08T14:06:42.387" v="1123" actId="207"/>
          <ac:spMkLst>
            <pc:docMk/>
            <pc:sldMk cId="3855329995" sldId="273"/>
            <ac:spMk id="2" creationId="{3107795E-2B2D-1BA4-C31E-DCEE6519BB90}"/>
          </ac:spMkLst>
        </pc:spChg>
        <pc:spChg chg="add mod">
          <ac:chgData name="Srivalli janani" userId="6f627e7006eb703b" providerId="LiveId" clId="{AF1408CD-7BB7-47CB-9219-8E963C8BF9F5}" dt="2026-10-08T13:37:40.719" v="977" actId="20577"/>
          <ac:spMkLst>
            <pc:docMk/>
            <pc:sldMk cId="3855329995" sldId="273"/>
            <ac:spMk id="6" creationId="{695F010B-E3B8-ACB7-B628-616FDFDA37D9}"/>
          </ac:spMkLst>
        </pc:spChg>
        <pc:picChg chg="add mod">
          <ac:chgData name="Srivalli janani" userId="6f627e7006eb703b" providerId="LiveId" clId="{AF1408CD-7BB7-47CB-9219-8E963C8BF9F5}" dt="2026-10-08T13:37:07.360" v="969" actId="1076"/>
          <ac:picMkLst>
            <pc:docMk/>
            <pc:sldMk cId="3855329995" sldId="273"/>
            <ac:picMk id="5" creationId="{B8BDCD3F-C241-19BD-08A4-696DEDEBAFE9}"/>
          </ac:picMkLst>
        </pc:picChg>
      </pc:sldChg>
      <pc:sldChg chg="addSp delSp modSp new del mod">
        <pc:chgData name="Srivalli janani" userId="6f627e7006eb703b" providerId="LiveId" clId="{AF1408CD-7BB7-47CB-9219-8E963C8BF9F5}" dt="2026-10-10T07:06:57.257" v="1513" actId="2696"/>
        <pc:sldMkLst>
          <pc:docMk/>
          <pc:sldMk cId="2357279057" sldId="274"/>
        </pc:sldMkLst>
        <pc:spChg chg="del mod">
          <ac:chgData name="Srivalli janani" userId="6f627e7006eb703b" providerId="LiveId" clId="{AF1408CD-7BB7-47CB-9219-8E963C8BF9F5}" dt="2026-10-10T07:05:29.580" v="1495" actId="478"/>
          <ac:spMkLst>
            <pc:docMk/>
            <pc:sldMk cId="2357279057" sldId="274"/>
            <ac:spMk id="2" creationId="{B92B382C-B7AC-8C8C-0836-B2CC8CCB8C30}"/>
          </ac:spMkLst>
        </pc:spChg>
        <pc:spChg chg="add del mod">
          <ac:chgData name="Srivalli janani" userId="6f627e7006eb703b" providerId="LiveId" clId="{AF1408CD-7BB7-47CB-9219-8E963C8BF9F5}" dt="2026-10-10T04:31:00.649" v="1293"/>
          <ac:spMkLst>
            <pc:docMk/>
            <pc:sldMk cId="2357279057" sldId="274"/>
            <ac:spMk id="3" creationId="{2748DED8-BE48-9662-A41C-99F7C52E0909}"/>
          </ac:spMkLst>
        </pc:spChg>
        <pc:spChg chg="add mod">
          <ac:chgData name="Srivalli janani" userId="6f627e7006eb703b" providerId="LiveId" clId="{AF1408CD-7BB7-47CB-9219-8E963C8BF9F5}" dt="2026-10-10T07:05:33.537" v="1496" actId="14100"/>
          <ac:spMkLst>
            <pc:docMk/>
            <pc:sldMk cId="2357279057" sldId="274"/>
            <ac:spMk id="4" creationId="{4218E3E6-E657-416E-DF1D-E7D821B00836}"/>
          </ac:spMkLst>
        </pc:spChg>
        <pc:spChg chg="add del mod">
          <ac:chgData name="Srivalli janani" userId="6f627e7006eb703b" providerId="LiveId" clId="{AF1408CD-7BB7-47CB-9219-8E963C8BF9F5}" dt="2026-10-10T07:05:17.854" v="1489"/>
          <ac:spMkLst>
            <pc:docMk/>
            <pc:sldMk cId="2357279057" sldId="274"/>
            <ac:spMk id="6" creationId="{7CD66343-B42A-98DF-E0CF-667415AAE84E}"/>
          </ac:spMkLst>
        </pc:spChg>
        <pc:spChg chg="add del mod">
          <ac:chgData name="Srivalli janani" userId="6f627e7006eb703b" providerId="LiveId" clId="{AF1408CD-7BB7-47CB-9219-8E963C8BF9F5}" dt="2026-10-10T07:05:24.230" v="1493"/>
          <ac:spMkLst>
            <pc:docMk/>
            <pc:sldMk cId="2357279057" sldId="274"/>
            <ac:spMk id="7" creationId="{76BAC5EF-DE2A-192D-6121-561D577087D9}"/>
          </ac:spMkLst>
        </pc:spChg>
        <pc:spChg chg="add mod">
          <ac:chgData name="Srivalli janani" userId="6f627e7006eb703b" providerId="LiveId" clId="{AF1408CD-7BB7-47CB-9219-8E963C8BF9F5}" dt="2026-10-10T07:06:29.533" v="1511" actId="5793"/>
          <ac:spMkLst>
            <pc:docMk/>
            <pc:sldMk cId="2357279057" sldId="274"/>
            <ac:spMk id="9" creationId="{AA8B9111-EBE1-FFFF-DFE5-C20421F57E15}"/>
          </ac:spMkLst>
        </pc:spChg>
        <pc:picChg chg="add del mod">
          <ac:chgData name="Srivalli janani" userId="6f627e7006eb703b" providerId="LiveId" clId="{AF1408CD-7BB7-47CB-9219-8E963C8BF9F5}" dt="2026-10-10T07:05:04.810" v="1482" actId="478"/>
          <ac:picMkLst>
            <pc:docMk/>
            <pc:sldMk cId="2357279057" sldId="274"/>
            <ac:picMk id="5" creationId="{DEE76E80-3CFE-9741-F7B0-055281D05512}"/>
          </ac:picMkLst>
        </pc:picChg>
      </pc:sldChg>
      <pc:sldChg chg="addSp delSp modSp new del mod">
        <pc:chgData name="Srivalli janani" userId="6f627e7006eb703b" providerId="LiveId" clId="{AF1408CD-7BB7-47CB-9219-8E963C8BF9F5}" dt="2026-10-10T07:06:48.890" v="1512" actId="2696"/>
        <pc:sldMkLst>
          <pc:docMk/>
          <pc:sldMk cId="1829926848" sldId="275"/>
        </pc:sldMkLst>
      </pc:sldChg>
      <pc:sldChg chg="addSp delSp modSp new mod">
        <pc:chgData name="Srivalli janani" userId="6f627e7006eb703b" providerId="LiveId" clId="{AF1408CD-7BB7-47CB-9219-8E963C8BF9F5}" dt="2026-10-08T14:06:19.995" v="1120" actId="14100"/>
        <pc:sldMkLst>
          <pc:docMk/>
          <pc:sldMk cId="2230292441" sldId="276"/>
        </pc:sldMkLst>
        <pc:spChg chg="add mod">
          <ac:chgData name="Srivalli janani" userId="6f627e7006eb703b" providerId="LiveId" clId="{AF1408CD-7BB7-47CB-9219-8E963C8BF9F5}" dt="2026-10-08T14:06:19.995" v="1120" actId="14100"/>
          <ac:spMkLst>
            <pc:docMk/>
            <pc:sldMk cId="2230292441" sldId="276"/>
            <ac:spMk id="4" creationId="{9F3025E2-F92A-943F-45CC-6B656C41DCF0}"/>
          </ac:spMkLst>
        </pc:spChg>
      </pc:sldChg>
      <pc:sldChg chg="addSp delSp modSp new mod">
        <pc:chgData name="Srivalli janani" userId="6f627e7006eb703b" providerId="LiveId" clId="{AF1408CD-7BB7-47CB-9219-8E963C8BF9F5}" dt="2026-10-10T07:04:02.209" v="1481" actId="404"/>
        <pc:sldMkLst>
          <pc:docMk/>
          <pc:sldMk cId="2185179228" sldId="277"/>
        </pc:sldMkLst>
        <pc:spChg chg="mod">
          <ac:chgData name="Srivalli janani" userId="6f627e7006eb703b" providerId="LiveId" clId="{AF1408CD-7BB7-47CB-9219-8E963C8BF9F5}" dt="2026-10-08T14:14:09.845" v="1226" actId="404"/>
          <ac:spMkLst>
            <pc:docMk/>
            <pc:sldMk cId="2185179228" sldId="277"/>
            <ac:spMk id="2" creationId="{11399EEB-584E-6D11-F230-D85AE356B610}"/>
          </ac:spMkLst>
        </pc:spChg>
        <pc:spChg chg="add mod">
          <ac:chgData name="Srivalli janani" userId="6f627e7006eb703b" providerId="LiveId" clId="{AF1408CD-7BB7-47CB-9219-8E963C8BF9F5}" dt="2026-10-10T07:04:02.209" v="1481" actId="404"/>
          <ac:spMkLst>
            <pc:docMk/>
            <pc:sldMk cId="2185179228" sldId="277"/>
            <ac:spMk id="5" creationId="{F39CAAE0-6EB1-9256-F423-8CE17BE6D1F0}"/>
          </ac:spMkLst>
        </pc:spChg>
      </pc:sldChg>
      <pc:sldChg chg="modSp new mod">
        <pc:chgData name="Srivalli janani" userId="6f627e7006eb703b" providerId="LiveId" clId="{AF1408CD-7BB7-47CB-9219-8E963C8BF9F5}" dt="2026-10-10T07:08:09.204" v="1518" actId="2711"/>
        <pc:sldMkLst>
          <pc:docMk/>
          <pc:sldMk cId="1108739187" sldId="278"/>
        </pc:sldMkLst>
        <pc:spChg chg="mod">
          <ac:chgData name="Srivalli janani" userId="6f627e7006eb703b" providerId="LiveId" clId="{AF1408CD-7BB7-47CB-9219-8E963C8BF9F5}" dt="2026-10-08T14:14:15.309" v="1228" actId="113"/>
          <ac:spMkLst>
            <pc:docMk/>
            <pc:sldMk cId="1108739187" sldId="278"/>
            <ac:spMk id="2" creationId="{CA2BC5C8-9B7A-B4A5-A322-AB45B472255F}"/>
          </ac:spMkLst>
        </pc:spChg>
        <pc:spChg chg="mod">
          <ac:chgData name="Srivalli janani" userId="6f627e7006eb703b" providerId="LiveId" clId="{AF1408CD-7BB7-47CB-9219-8E963C8BF9F5}" dt="2026-10-10T07:08:09.204" v="1518" actId="2711"/>
          <ac:spMkLst>
            <pc:docMk/>
            <pc:sldMk cId="1108739187" sldId="278"/>
            <ac:spMk id="3" creationId="{8523813A-459A-069D-4BD4-58F33B951450}"/>
          </ac:spMkLst>
        </pc:spChg>
      </pc:sldChg>
      <pc:sldChg chg="modSp new mod">
        <pc:chgData name="Srivalli janani" userId="6f627e7006eb703b" providerId="LiveId" clId="{AF1408CD-7BB7-47CB-9219-8E963C8BF9F5}" dt="2026-10-10T07:08:47.175" v="1523" actId="2711"/>
        <pc:sldMkLst>
          <pc:docMk/>
          <pc:sldMk cId="227012382" sldId="279"/>
        </pc:sldMkLst>
        <pc:spChg chg="mod">
          <ac:chgData name="Srivalli janani" userId="6f627e7006eb703b" providerId="LiveId" clId="{AF1408CD-7BB7-47CB-9219-8E963C8BF9F5}" dt="2026-10-08T14:17:46.406" v="1257" actId="14100"/>
          <ac:spMkLst>
            <pc:docMk/>
            <pc:sldMk cId="227012382" sldId="279"/>
            <ac:spMk id="2" creationId="{E92CA493-3037-DB01-0DAC-3FB03F0B95C0}"/>
          </ac:spMkLst>
        </pc:spChg>
        <pc:spChg chg="mod">
          <ac:chgData name="Srivalli janani" userId="6f627e7006eb703b" providerId="LiveId" clId="{AF1408CD-7BB7-47CB-9219-8E963C8BF9F5}" dt="2026-10-10T07:08:47.175" v="1523" actId="2711"/>
          <ac:spMkLst>
            <pc:docMk/>
            <pc:sldMk cId="227012382" sldId="279"/>
            <ac:spMk id="3" creationId="{528A4327-EB09-1A8C-F2D8-A46BC80AF719}"/>
          </ac:spMkLst>
        </pc:spChg>
      </pc:sldChg>
      <pc:sldChg chg="modSp new mod ord">
        <pc:chgData name="Srivalli janani" userId="6f627e7006eb703b" providerId="LiveId" clId="{AF1408CD-7BB7-47CB-9219-8E963C8BF9F5}" dt="2026-10-10T07:17:22.181" v="1572"/>
        <pc:sldMkLst>
          <pc:docMk/>
          <pc:sldMk cId="2425969349" sldId="280"/>
        </pc:sldMkLst>
        <pc:spChg chg="mod">
          <ac:chgData name="Srivalli janani" userId="6f627e7006eb703b" providerId="LiveId" clId="{AF1408CD-7BB7-47CB-9219-8E963C8BF9F5}" dt="2026-10-10T07:17:07.833" v="1570" actId="113"/>
          <ac:spMkLst>
            <pc:docMk/>
            <pc:sldMk cId="2425969349" sldId="280"/>
            <ac:spMk id="2" creationId="{D2FA84C5-7014-2512-42EA-C8470D8FE06D}"/>
          </ac:spMkLst>
        </pc:spChg>
        <pc:spChg chg="mod">
          <ac:chgData name="Srivalli janani" userId="6f627e7006eb703b" providerId="LiveId" clId="{AF1408CD-7BB7-47CB-9219-8E963C8BF9F5}" dt="2026-10-10T07:16:55.689" v="1568" actId="2711"/>
          <ac:spMkLst>
            <pc:docMk/>
            <pc:sldMk cId="2425969349" sldId="280"/>
            <ac:spMk id="3" creationId="{E2A60169-22B3-BC43-13A5-037E20BE296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inkedin.com/in/srivallijanani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Srivalli-04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85" y="0"/>
            <a:ext cx="12190815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619432" y="3717986"/>
            <a:ext cx="10618839" cy="249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1800"/>
            </a:pPr>
            <a:br>
              <a:rPr lang="en-IN" sz="2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hi-IN" sz="2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</a:t>
            </a:r>
            <a:r>
              <a:rPr lang="hi-IN" sz="2400" b="1" dirty="0" err="1">
                <a:latin typeface="times" panose="02020603050405020304" pitchFamily="18" charset="0"/>
              </a:rPr>
              <a:t>Online</a:t>
            </a:r>
            <a:r>
              <a:rPr lang="hi-IN" sz="2400" b="1" dirty="0">
                <a:latin typeface="times" panose="02020603050405020304" pitchFamily="18" charset="0"/>
              </a:rPr>
              <a:t> </a:t>
            </a:r>
            <a:r>
              <a:rPr lang="hi-IN" sz="2400" b="1" dirty="0" err="1">
                <a:latin typeface="times" panose="02020603050405020304" pitchFamily="18" charset="0"/>
              </a:rPr>
              <a:t>Book</a:t>
            </a:r>
            <a:r>
              <a:rPr lang="hi-IN" sz="2400" b="1" dirty="0">
                <a:latin typeface="times" panose="02020603050405020304" pitchFamily="18" charset="0"/>
              </a:rPr>
              <a:t> </a:t>
            </a:r>
            <a:r>
              <a:rPr lang="hi-IN" sz="2400" b="1" dirty="0" err="1">
                <a:latin typeface="times" panose="02020603050405020304" pitchFamily="18" charset="0"/>
              </a:rPr>
              <a:t>Dataset</a:t>
            </a:r>
            <a:r>
              <a:rPr lang="hi-IN" sz="2400" b="1" dirty="0">
                <a:latin typeface="times" panose="02020603050405020304" pitchFamily="18" charset="0"/>
              </a:rPr>
              <a:t> </a:t>
            </a:r>
            <a:r>
              <a:rPr lang="hi-IN" sz="2400" b="1" dirty="0" err="1">
                <a:latin typeface="times" panose="02020603050405020304" pitchFamily="18" charset="0"/>
              </a:rPr>
              <a:t>Analysis</a:t>
            </a:r>
            <a:r>
              <a:rPr lang="hi-IN" sz="2400" b="1" dirty="0">
                <a:latin typeface="times" panose="02020603050405020304" pitchFamily="18" charset="0"/>
              </a:rPr>
              <a:t> </a:t>
            </a:r>
            <a:r>
              <a:rPr lang="hi-IN" sz="2400" b="1" dirty="0" err="1">
                <a:latin typeface="times" panose="02020603050405020304" pitchFamily="18" charset="0"/>
              </a:rPr>
              <a:t>Using</a:t>
            </a:r>
            <a:r>
              <a:rPr lang="hi-IN" sz="2400" b="1" dirty="0">
                <a:latin typeface="times" panose="02020603050405020304" pitchFamily="18" charset="0"/>
              </a:rPr>
              <a:t> </a:t>
            </a:r>
            <a:r>
              <a:rPr lang="hi-IN" sz="2400" b="1" dirty="0" err="1">
                <a:latin typeface="times" panose="02020603050405020304" pitchFamily="18" charset="0"/>
              </a:rPr>
              <a:t>Web</a:t>
            </a:r>
            <a:r>
              <a:rPr lang="hi-IN" sz="2400" b="1" dirty="0">
                <a:latin typeface="times" panose="02020603050405020304" pitchFamily="18" charset="0"/>
              </a:rPr>
              <a:t> </a:t>
            </a:r>
            <a:r>
              <a:rPr lang="hi-IN" sz="2400" b="1" dirty="0" err="1">
                <a:latin typeface="times" panose="02020603050405020304" pitchFamily="18" charset="0"/>
              </a:rPr>
              <a:t>Scraping</a:t>
            </a:r>
            <a:endParaRPr lang="hi-IN" sz="2400" b="1" dirty="0">
              <a:latin typeface="times" panose="02020603050405020304" pitchFamily="18" charset="0"/>
            </a:endParaRPr>
          </a:p>
          <a:p>
            <a:pPr lvl="0" algn="ctr">
              <a:buSzPts val="1800"/>
            </a:pPr>
            <a:r>
              <a:rPr lang="en-IN" sz="20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                                                            </a:t>
            </a:r>
          </a:p>
          <a:p>
            <a:pPr lvl="0" algn="ctr">
              <a:buSzPts val="1800"/>
            </a:pPr>
            <a:endParaRPr lang="en-IN" sz="20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lvl="0" algn="r">
              <a:buSzPts val="1800"/>
            </a:pPr>
            <a:r>
              <a:rPr lang="en-IN" sz="20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J. Srivalli Janani</a:t>
            </a:r>
          </a:p>
          <a:p>
            <a:pPr lvl="0" algn="r">
              <a:buSzPts val="1800"/>
            </a:pPr>
            <a:r>
              <a:rPr lang="en-IN" sz="20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81020512826</a:t>
            </a:r>
          </a:p>
          <a:p>
            <a:pPr lvl="0" algn="r">
              <a:buSzPts val="1800"/>
            </a:pPr>
            <a:r>
              <a:rPr lang="en-IN" sz="20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Batch 543  </a:t>
            </a:r>
            <a:endParaRPr sz="20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594852" y="1258529"/>
            <a:ext cx="11002296" cy="5016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323850" algn="just"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Background? </a:t>
            </a:r>
          </a:p>
          <a:p>
            <a:pPr marL="285750" indent="-323850" algn="just"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I completed my </a:t>
            </a:r>
            <a:r>
              <a:rPr lang="en-US" sz="1800" dirty="0" err="1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B.Tech</a:t>
            </a:r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in Data Science from Sreyas Institute of Engineering and Technology.</a:t>
            </a:r>
          </a:p>
          <a:p>
            <a:pPr marL="285750" indent="-323850" algn="just">
              <a:buClr>
                <a:schemeClr val="dk1"/>
              </a:buClr>
              <a:buSzPts val="2400"/>
              <a:buFont typeface="Arial"/>
              <a:buChar char="•"/>
            </a:pPr>
            <a:endParaRPr lang="en-US" sz="2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indent="-323850" algn="just"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Why you want to learn Data Science</a:t>
            </a:r>
          </a:p>
          <a:p>
            <a:pPr marL="285750" indent="-323850" algn="just"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I want to learn Data Science because it helps solve real-world problems by analyzing data and making informed decisions.</a:t>
            </a:r>
          </a:p>
          <a:p>
            <a:pPr marL="285750" indent="-323850" algn="just">
              <a:buClr>
                <a:schemeClr val="dk1"/>
              </a:buClr>
              <a:buSzPts val="2400"/>
              <a:buFont typeface="Arial"/>
              <a:buChar char="•"/>
            </a:pPr>
            <a:endParaRPr lang="en-US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indent="-323850" algn="just"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Any work experience</a:t>
            </a:r>
          </a:p>
          <a:p>
            <a:pPr marL="285750" indent="-323850" algn="just"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I completed Data Analyst Intern Internship at </a:t>
            </a:r>
            <a:r>
              <a:rPr lang="en-US" sz="1800" dirty="0" err="1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Greenko</a:t>
            </a:r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Energies Private Limited where I gained hand-on experience in Python, SQL, Data analysis and preprocessing and working with real-time datasets.</a:t>
            </a:r>
          </a:p>
          <a:p>
            <a:pPr marL="285750" indent="-323850" algn="just">
              <a:buClr>
                <a:schemeClr val="dk1"/>
              </a:buClr>
              <a:buSzPts val="2400"/>
              <a:buFont typeface="Arial"/>
              <a:buChar char="•"/>
            </a:pPr>
            <a:endParaRPr lang="en-US" sz="2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indent="-323850" algn="just"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Share your LinkedIn and GitHub profile URLs</a:t>
            </a:r>
          </a:p>
          <a:p>
            <a:pPr marL="285750" indent="-323850" algn="just"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1600" dirty="0">
                <a:hlinkClick r:id="rId3"/>
              </a:rPr>
              <a:t>www.linkedin.com/in/srivallijanani</a:t>
            </a:r>
            <a:r>
              <a:rPr lang="en-US" sz="1600" dirty="0"/>
              <a:t> </a:t>
            </a:r>
          </a:p>
          <a:p>
            <a:pPr marL="285750" indent="-323850" algn="just"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https://github.com/Srivalli-04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  <a:p>
            <a:pPr lvl="0" algn="just">
              <a:buClr>
                <a:schemeClr val="dk1"/>
              </a:buClr>
              <a:buSzPts val="2400"/>
            </a:pPr>
            <a:endParaRPr lang="en-US" sz="2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just"/>
            <a:endParaRPr lang="en-IN" sz="1800" dirty="0"/>
          </a:p>
          <a:p>
            <a:pPr marL="285750" marR="0" lvl="0" indent="-3238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endParaRPr sz="18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427656" y="416554"/>
            <a:ext cx="6099600" cy="486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Wingdings" panose="05000000000000000000" pitchFamily="2" charset="2"/>
              <a:buChar char="q"/>
            </a:pPr>
            <a:r>
              <a:rPr lang="en-IN" sz="3200" b="0" i="0" u="none" strike="noStrike" cap="none" dirty="0">
                <a:solidFill>
                  <a:srgbClr val="FF0000"/>
                </a:solidFill>
                <a:latin typeface="times" panose="02020603050405020304" pitchFamily="18" charset="0"/>
                <a:ea typeface="Lato Black"/>
                <a:cs typeface="times" panose="02020603050405020304" pitchFamily="18" charset="0"/>
                <a:sym typeface="Lato Black"/>
              </a:rPr>
              <a:t>     About me </a:t>
            </a:r>
            <a:endParaRPr sz="1800" b="0" i="0" u="none" strike="noStrike" cap="none" dirty="0">
              <a:solidFill>
                <a:srgbClr val="FF0000"/>
              </a:solidFill>
              <a:latin typeface="times" panose="02020603050405020304" pitchFamily="18" charset="0"/>
              <a:ea typeface="Calibri"/>
              <a:cs typeface="times" panose="02020603050405020304" pitchFamily="18" charset="0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571500" lvl="0" indent="-571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Wingdings" panose="05000000000000000000" pitchFamily="2" charset="2"/>
              <a:buChar char="q"/>
            </a:pPr>
            <a:r>
              <a:rPr lang="en-IN" b="1" dirty="0">
                <a:solidFill>
                  <a:srgbClr val="FF0000"/>
                </a:solidFill>
              </a:rPr>
              <a:t>     </a:t>
            </a:r>
            <a:r>
              <a:rPr lang="en-IN" sz="4000" b="1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Agenda  </a:t>
            </a:r>
            <a:endParaRPr b="1" dirty="0">
              <a:solidFill>
                <a:srgbClr val="FF0000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684880" y="1493134"/>
            <a:ext cx="10515600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Business Problem</a:t>
            </a:r>
          </a:p>
          <a:p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Problems Statement</a:t>
            </a:r>
          </a:p>
          <a:p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Objective of the project</a:t>
            </a:r>
          </a:p>
          <a:p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Introduction</a:t>
            </a:r>
          </a:p>
          <a:p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Dataset Description</a:t>
            </a:r>
          </a:p>
          <a:p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EDA Overview</a:t>
            </a:r>
          </a:p>
          <a:p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EDA Analysis</a:t>
            </a:r>
          </a:p>
          <a:p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Key Insights</a:t>
            </a:r>
          </a:p>
          <a:p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Conclusion</a:t>
            </a:r>
          </a:p>
          <a:p>
            <a:r>
              <a:rPr lang="en-US" sz="2400" dirty="0">
                <a:latin typeface="times" panose="02020603050405020304" pitchFamily="18" charset="0"/>
                <a:ea typeface="Calibri" panose="020F0502020204030204" pitchFamily="34" charset="0"/>
                <a:cs typeface="times" panose="02020603050405020304" pitchFamily="18" charset="0"/>
              </a:rPr>
              <a:t>Recommendations</a:t>
            </a:r>
          </a:p>
          <a:p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Questions &amp; Answers</a:t>
            </a:r>
            <a:endParaRPr lang="en-US" sz="2400" dirty="0">
              <a:latin typeface="times" panose="02020603050405020304" pitchFamily="18" charset="0"/>
              <a:ea typeface="Calibri" panose="020F0502020204030204" pitchFamily="34" charset="0"/>
              <a:cs typeface="times" panose="02020603050405020304" pitchFamily="18" charset="0"/>
            </a:endParaRPr>
          </a:p>
          <a:p>
            <a:pPr marL="254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 sz="24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E6426-DE55-AEA8-5607-2D917AEF2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IN" sz="3600" b="1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0AD754-0A42-9F28-D6CB-F9E48C0E6D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just"/>
            <a:r>
              <a:rPr lang="hi-IN" sz="2000" dirty="0" err="1">
                <a:latin typeface="times" panose="02020603050405020304" pitchFamily="18" charset="0"/>
              </a:rPr>
              <a:t>The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Online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Book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Dataset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Analysis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project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focuses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on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collecting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and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analyzing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book-related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information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from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the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Books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to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Scrape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website</a:t>
            </a:r>
            <a:r>
              <a:rPr lang="hi-IN" sz="2000" dirty="0">
                <a:latin typeface="times" panose="02020603050405020304" pitchFamily="18" charset="0"/>
              </a:rPr>
              <a:t>. </a:t>
            </a:r>
            <a:r>
              <a:rPr lang="hi-IN" sz="2000" dirty="0" err="1">
                <a:latin typeface="times" panose="02020603050405020304" pitchFamily="18" charset="0"/>
              </a:rPr>
              <a:t>The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project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uses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Python</a:t>
            </a:r>
            <a:r>
              <a:rPr lang="hi-IN" sz="2000" dirty="0">
                <a:latin typeface="times" panose="02020603050405020304" pitchFamily="18" charset="0"/>
              </a:rPr>
              <a:t>, </a:t>
            </a:r>
            <a:r>
              <a:rPr lang="hi-IN" sz="2000" dirty="0" err="1">
                <a:latin typeface="times" panose="02020603050405020304" pitchFamily="18" charset="0"/>
              </a:rPr>
              <a:t>Requests</a:t>
            </a:r>
            <a:r>
              <a:rPr lang="hi-IN" sz="2000" dirty="0">
                <a:latin typeface="times" panose="02020603050405020304" pitchFamily="18" charset="0"/>
              </a:rPr>
              <a:t>, </a:t>
            </a:r>
            <a:r>
              <a:rPr lang="hi-IN" sz="2000" dirty="0" err="1">
                <a:latin typeface="times" panose="02020603050405020304" pitchFamily="18" charset="0"/>
              </a:rPr>
              <a:t>and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BeautifulSoup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to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extract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details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such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as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book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title</a:t>
            </a:r>
            <a:r>
              <a:rPr lang="hi-IN" sz="2000" dirty="0">
                <a:latin typeface="times" panose="02020603050405020304" pitchFamily="18" charset="0"/>
              </a:rPr>
              <a:t>, </a:t>
            </a:r>
            <a:r>
              <a:rPr lang="hi-IN" sz="2000" dirty="0" err="1">
                <a:latin typeface="times" panose="02020603050405020304" pitchFamily="18" charset="0"/>
              </a:rPr>
              <a:t>price</a:t>
            </a:r>
            <a:r>
              <a:rPr lang="hi-IN" sz="2000" dirty="0">
                <a:latin typeface="times" panose="02020603050405020304" pitchFamily="18" charset="0"/>
              </a:rPr>
              <a:t>, </a:t>
            </a:r>
            <a:r>
              <a:rPr lang="hi-IN" sz="2000" dirty="0" err="1">
                <a:latin typeface="times" panose="02020603050405020304" pitchFamily="18" charset="0"/>
              </a:rPr>
              <a:t>rating</a:t>
            </a:r>
            <a:r>
              <a:rPr lang="hi-IN" sz="2000" dirty="0">
                <a:latin typeface="times" panose="02020603050405020304" pitchFamily="18" charset="0"/>
              </a:rPr>
              <a:t>, </a:t>
            </a:r>
            <a:r>
              <a:rPr lang="hi-IN" sz="2000" dirty="0" err="1">
                <a:latin typeface="times" panose="02020603050405020304" pitchFamily="18" charset="0"/>
              </a:rPr>
              <a:t>availability</a:t>
            </a:r>
            <a:r>
              <a:rPr lang="hi-IN" sz="2000" dirty="0">
                <a:latin typeface="times" panose="02020603050405020304" pitchFamily="18" charset="0"/>
              </a:rPr>
              <a:t>, </a:t>
            </a:r>
            <a:r>
              <a:rPr lang="hi-IN" sz="2000" dirty="0" err="1">
                <a:latin typeface="times" panose="02020603050405020304" pitchFamily="18" charset="0"/>
              </a:rPr>
              <a:t>and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category</a:t>
            </a:r>
            <a:r>
              <a:rPr lang="hi-IN" sz="2000" dirty="0">
                <a:latin typeface="times" panose="02020603050405020304" pitchFamily="18" charset="0"/>
              </a:rPr>
              <a:t>. </a:t>
            </a:r>
            <a:r>
              <a:rPr lang="hi-IN" sz="2000" dirty="0" err="1">
                <a:latin typeface="times" panose="02020603050405020304" pitchFamily="18" charset="0"/>
              </a:rPr>
              <a:t>The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collected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data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is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cleaned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and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organized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using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Pandas</a:t>
            </a:r>
            <a:r>
              <a:rPr lang="hi-IN" sz="2000" dirty="0">
                <a:latin typeface="times" panose="02020603050405020304" pitchFamily="18" charset="0"/>
              </a:rPr>
              <a:t>, </a:t>
            </a:r>
            <a:r>
              <a:rPr lang="hi-IN" sz="2000" dirty="0" err="1">
                <a:latin typeface="times" panose="02020603050405020304" pitchFamily="18" charset="0"/>
              </a:rPr>
              <a:t>followed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by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exploratory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data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analysis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using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Matplotlib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and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Seaborn</a:t>
            </a:r>
            <a:r>
              <a:rPr lang="hi-IN" sz="2000" dirty="0">
                <a:latin typeface="times" panose="02020603050405020304" pitchFamily="18" charset="0"/>
              </a:rPr>
              <a:t>. </a:t>
            </a:r>
            <a:r>
              <a:rPr lang="hi-IN" sz="2000" dirty="0" err="1">
                <a:latin typeface="times" panose="02020603050405020304" pitchFamily="18" charset="0"/>
              </a:rPr>
              <a:t>The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analysis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helps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identify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patterns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in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book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prices</a:t>
            </a:r>
            <a:r>
              <a:rPr lang="hi-IN" sz="2000" dirty="0">
                <a:latin typeface="times" panose="02020603050405020304" pitchFamily="18" charset="0"/>
              </a:rPr>
              <a:t>, </a:t>
            </a:r>
            <a:r>
              <a:rPr lang="hi-IN" sz="2000" dirty="0" err="1">
                <a:latin typeface="times" panose="02020603050405020304" pitchFamily="18" charset="0"/>
              </a:rPr>
              <a:t>ratings</a:t>
            </a:r>
            <a:r>
              <a:rPr lang="hi-IN" sz="2000" dirty="0">
                <a:latin typeface="times" panose="02020603050405020304" pitchFamily="18" charset="0"/>
              </a:rPr>
              <a:t>, </a:t>
            </a:r>
            <a:r>
              <a:rPr lang="hi-IN" sz="2000" dirty="0" err="1">
                <a:latin typeface="times" panose="02020603050405020304" pitchFamily="18" charset="0"/>
              </a:rPr>
              <a:t>category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distribution</a:t>
            </a:r>
            <a:r>
              <a:rPr lang="hi-IN" sz="2000" dirty="0">
                <a:latin typeface="times" panose="02020603050405020304" pitchFamily="18" charset="0"/>
              </a:rPr>
              <a:t>, </a:t>
            </a:r>
            <a:r>
              <a:rPr lang="hi-IN" sz="2000" dirty="0" err="1">
                <a:latin typeface="times" panose="02020603050405020304" pitchFamily="18" charset="0"/>
              </a:rPr>
              <a:t>and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availability</a:t>
            </a:r>
            <a:r>
              <a:rPr lang="hi-IN" sz="2000" dirty="0">
                <a:latin typeface="times" panose="02020603050405020304" pitchFamily="18" charset="0"/>
              </a:rPr>
              <a:t>, </a:t>
            </a:r>
            <a:r>
              <a:rPr lang="hi-IN" sz="2000" dirty="0" err="1">
                <a:latin typeface="times" panose="02020603050405020304" pitchFamily="18" charset="0"/>
              </a:rPr>
              <a:t>converting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raw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web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data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into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meaningful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insights</a:t>
            </a:r>
            <a:r>
              <a:rPr lang="hi-IN" sz="2000" dirty="0">
                <a:latin typeface="times" panose="02020603050405020304" pitchFamily="18" charset="0"/>
              </a:rPr>
              <a:t>.</a:t>
            </a:r>
          </a:p>
          <a:p>
            <a:pPr algn="just"/>
            <a:endParaRPr lang="en-IN" sz="20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22788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F56A1-48D0-D7D9-3E5E-C86034FFF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685800" indent="-571500">
              <a:buFont typeface="Wingdings" panose="05000000000000000000" pitchFamily="2" charset="2"/>
              <a:buChar char="q"/>
            </a:pPr>
            <a:r>
              <a:rPr lang="hi-IN" sz="3600" b="1" dirty="0" err="1">
                <a:solidFill>
                  <a:srgbClr val="FF0000"/>
                </a:solidFill>
                <a:latin typeface="times" panose="02020603050405020304" pitchFamily="18" charset="0"/>
              </a:rPr>
              <a:t>Business</a:t>
            </a:r>
            <a:r>
              <a:rPr lang="hi-IN" sz="3600" b="1" dirty="0">
                <a:solidFill>
                  <a:srgbClr val="FF0000"/>
                </a:solidFill>
                <a:latin typeface="times" panose="02020603050405020304" pitchFamily="18" charset="0"/>
              </a:rPr>
              <a:t> </a:t>
            </a:r>
            <a:r>
              <a:rPr lang="hi-IN" sz="3600" b="1" dirty="0" err="1">
                <a:solidFill>
                  <a:srgbClr val="FF0000"/>
                </a:solidFill>
                <a:latin typeface="times" panose="02020603050405020304" pitchFamily="18" charset="0"/>
              </a:rPr>
              <a:t>Problem</a:t>
            </a:r>
            <a:endParaRPr lang="en-IN" sz="3600" dirty="0">
              <a:solidFill>
                <a:srgbClr val="FF0000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E18383-AFFA-4819-19B9-898ECE5006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 algn="just"/>
            <a:r>
              <a:rPr lang="hi-IN" sz="2400" dirty="0" err="1">
                <a:latin typeface="times" panose="02020603050405020304" pitchFamily="18" charset="0"/>
              </a:rPr>
              <a:t>Collecting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book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information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manually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from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multiple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web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pages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is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time-consuming</a:t>
            </a:r>
            <a:r>
              <a:rPr lang="hi-IN" sz="2400" dirty="0">
                <a:latin typeface="times" panose="02020603050405020304" pitchFamily="18" charset="0"/>
              </a:rPr>
              <a:t>.</a:t>
            </a:r>
          </a:p>
          <a:p>
            <a:pPr lvl="0" algn="just"/>
            <a:r>
              <a:rPr lang="hi-IN" sz="2400" dirty="0" err="1">
                <a:latin typeface="times" panose="02020603050405020304" pitchFamily="18" charset="0"/>
              </a:rPr>
              <a:t>Book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details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such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as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price</a:t>
            </a:r>
            <a:r>
              <a:rPr lang="hi-IN" sz="2400" dirty="0">
                <a:latin typeface="times" panose="02020603050405020304" pitchFamily="18" charset="0"/>
              </a:rPr>
              <a:t>, </a:t>
            </a:r>
            <a:r>
              <a:rPr lang="hi-IN" sz="2400" dirty="0" err="1">
                <a:latin typeface="times" panose="02020603050405020304" pitchFamily="18" charset="0"/>
              </a:rPr>
              <a:t>rating</a:t>
            </a:r>
            <a:r>
              <a:rPr lang="hi-IN" sz="2400" dirty="0">
                <a:latin typeface="times" panose="02020603050405020304" pitchFamily="18" charset="0"/>
              </a:rPr>
              <a:t>, </a:t>
            </a:r>
            <a:r>
              <a:rPr lang="hi-IN" sz="2400" dirty="0" err="1">
                <a:latin typeface="times" panose="02020603050405020304" pitchFamily="18" charset="0"/>
              </a:rPr>
              <a:t>and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availability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need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to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be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organized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for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analysis</a:t>
            </a:r>
            <a:r>
              <a:rPr lang="hi-IN" sz="2400" dirty="0">
                <a:latin typeface="times" panose="02020603050405020304" pitchFamily="18" charset="0"/>
              </a:rPr>
              <a:t>.</a:t>
            </a:r>
          </a:p>
          <a:p>
            <a:pPr lvl="0" algn="just"/>
            <a:r>
              <a:rPr lang="hi-IN" sz="2400" dirty="0" err="1">
                <a:latin typeface="times" panose="02020603050405020304" pitchFamily="18" charset="0"/>
              </a:rPr>
              <a:t>Unstructured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information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makes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comparisons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between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book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categories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difficult</a:t>
            </a:r>
            <a:r>
              <a:rPr lang="hi-IN" sz="2400" dirty="0">
                <a:latin typeface="times" panose="02020603050405020304" pitchFamily="18" charset="0"/>
              </a:rPr>
              <a:t>.</a:t>
            </a:r>
          </a:p>
          <a:p>
            <a:pPr lvl="0" algn="just"/>
            <a:r>
              <a:rPr lang="hi-IN" sz="2400" dirty="0">
                <a:latin typeface="times" panose="02020603050405020304" pitchFamily="18" charset="0"/>
              </a:rPr>
              <a:t>A </a:t>
            </a:r>
            <a:r>
              <a:rPr lang="hi-IN" sz="2400" dirty="0" err="1">
                <a:latin typeface="times" panose="02020603050405020304" pitchFamily="18" charset="0"/>
              </a:rPr>
              <a:t>structured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dataset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can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help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identify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pricing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patterns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and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catalogue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characteristics</a:t>
            </a:r>
            <a:r>
              <a:rPr lang="hi-IN" sz="2400" dirty="0">
                <a:latin typeface="times" panose="02020603050405020304" pitchFamily="18" charset="0"/>
              </a:rPr>
              <a:t>.</a:t>
            </a:r>
          </a:p>
          <a:p>
            <a:pPr marL="114300" indent="0" algn="just">
              <a:buNone/>
            </a:pPr>
            <a:endParaRPr lang="en-IN" sz="2400" dirty="0">
              <a:latin typeface="times" panose="02020603050405020304" pitchFamily="18" charset="0"/>
              <a:ea typeface="Segoe UI Black" panose="020B0A02040204020203" pitchFamily="34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37004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CC542-24DD-C8F4-8795-007FFF07F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IN" sz="3600" b="1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BUSINESS STATEMENT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68C855-C7BE-D105-31F4-3A9E79C8C3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2195769"/>
          </a:xfrm>
        </p:spPr>
        <p:txBody>
          <a:bodyPr>
            <a:normAutofit/>
          </a:bodyPr>
          <a:lstStyle/>
          <a:p>
            <a:pPr marL="114300" indent="0" algn="just">
              <a:buNone/>
            </a:pPr>
            <a:r>
              <a:rPr lang="hi-IN" sz="2400" dirty="0" err="1">
                <a:latin typeface="times" panose="02020603050405020304" pitchFamily="18" charset="0"/>
              </a:rPr>
              <a:t>The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project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aims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to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collect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book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information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from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an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online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catalogue</a:t>
            </a:r>
            <a:r>
              <a:rPr lang="hi-IN" sz="2400" dirty="0">
                <a:latin typeface="times" panose="02020603050405020304" pitchFamily="18" charset="0"/>
              </a:rPr>
              <a:t>, </a:t>
            </a:r>
            <a:r>
              <a:rPr lang="hi-IN" sz="2400" dirty="0" err="1">
                <a:latin typeface="times" panose="02020603050405020304" pitchFamily="18" charset="0"/>
              </a:rPr>
              <a:t>organize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it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into</a:t>
            </a:r>
            <a:r>
              <a:rPr lang="hi-IN" sz="2400" dirty="0">
                <a:latin typeface="times" panose="02020603050405020304" pitchFamily="18" charset="0"/>
              </a:rPr>
              <a:t> a </a:t>
            </a:r>
            <a:r>
              <a:rPr lang="hi-IN" sz="2400" dirty="0" err="1">
                <a:latin typeface="times" panose="02020603050405020304" pitchFamily="18" charset="0"/>
              </a:rPr>
              <a:t>structured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dataset</a:t>
            </a:r>
            <a:r>
              <a:rPr lang="hi-IN" sz="2400" dirty="0">
                <a:latin typeface="times" panose="02020603050405020304" pitchFamily="18" charset="0"/>
              </a:rPr>
              <a:t>, </a:t>
            </a:r>
            <a:r>
              <a:rPr lang="hi-IN" sz="2400" dirty="0" err="1">
                <a:latin typeface="times" panose="02020603050405020304" pitchFamily="18" charset="0"/>
              </a:rPr>
              <a:t>and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analyze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the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collected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data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to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understand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book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prices</a:t>
            </a:r>
            <a:r>
              <a:rPr lang="hi-IN" sz="2400" dirty="0">
                <a:latin typeface="times" panose="02020603050405020304" pitchFamily="18" charset="0"/>
              </a:rPr>
              <a:t>, </a:t>
            </a:r>
            <a:r>
              <a:rPr lang="hi-IN" sz="2400" dirty="0" err="1">
                <a:latin typeface="times" panose="02020603050405020304" pitchFamily="18" charset="0"/>
              </a:rPr>
              <a:t>ratings</a:t>
            </a:r>
            <a:r>
              <a:rPr lang="hi-IN" sz="2400" dirty="0">
                <a:latin typeface="times" panose="02020603050405020304" pitchFamily="18" charset="0"/>
              </a:rPr>
              <a:t>, </a:t>
            </a:r>
            <a:r>
              <a:rPr lang="hi-IN" sz="2400" dirty="0" err="1">
                <a:latin typeface="times" panose="02020603050405020304" pitchFamily="18" charset="0"/>
              </a:rPr>
              <a:t>categories</a:t>
            </a:r>
            <a:r>
              <a:rPr lang="hi-IN" sz="2400" dirty="0">
                <a:latin typeface="times" panose="02020603050405020304" pitchFamily="18" charset="0"/>
              </a:rPr>
              <a:t>, </a:t>
            </a:r>
            <a:r>
              <a:rPr lang="hi-IN" sz="2400" dirty="0" err="1">
                <a:latin typeface="times" panose="02020603050405020304" pitchFamily="18" charset="0"/>
              </a:rPr>
              <a:t>and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availability</a:t>
            </a:r>
            <a:r>
              <a:rPr lang="hi-IN" sz="2400" dirty="0">
                <a:latin typeface="times" panose="02020603050405020304" pitchFamily="18" charset="0"/>
              </a:rPr>
              <a:t>.</a:t>
            </a:r>
          </a:p>
          <a:p>
            <a:pPr marL="114300" indent="0" algn="just">
              <a:buNone/>
            </a:pPr>
            <a:r>
              <a:rPr lang="hi-IN" sz="2400" dirty="0" err="1">
                <a:latin typeface="times" panose="02020603050405020304" pitchFamily="18" charset="0"/>
              </a:rPr>
              <a:t>The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analysis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uses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Python-based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web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scraping</a:t>
            </a:r>
            <a:r>
              <a:rPr lang="hi-IN" sz="2400" dirty="0">
                <a:latin typeface="times" panose="02020603050405020304" pitchFamily="18" charset="0"/>
              </a:rPr>
              <a:t>, </a:t>
            </a:r>
            <a:r>
              <a:rPr lang="hi-IN" sz="2400" dirty="0" err="1">
                <a:latin typeface="times" panose="02020603050405020304" pitchFamily="18" charset="0"/>
              </a:rPr>
              <a:t>data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cleaning</a:t>
            </a:r>
            <a:r>
              <a:rPr lang="hi-IN" sz="2400" dirty="0">
                <a:latin typeface="times" panose="02020603050405020304" pitchFamily="18" charset="0"/>
              </a:rPr>
              <a:t>, </a:t>
            </a:r>
            <a:r>
              <a:rPr lang="hi-IN" sz="2400" dirty="0" err="1">
                <a:latin typeface="times" panose="02020603050405020304" pitchFamily="18" charset="0"/>
              </a:rPr>
              <a:t>and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exploratory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data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analysis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to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identify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meaningful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patterns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in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the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collected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records</a:t>
            </a:r>
            <a:r>
              <a:rPr lang="hi-IN" sz="2400" dirty="0">
                <a:latin typeface="times" panose="02020603050405020304" pitchFamily="18" charset="0"/>
              </a:rPr>
              <a:t>.</a:t>
            </a:r>
          </a:p>
          <a:p>
            <a:pPr marL="114300" lvl="0" indent="0" algn="just">
              <a:buNone/>
            </a:pPr>
            <a:endParaRPr lang="hi-IN" sz="2400" dirty="0">
              <a:latin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5020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8C92C-58E3-2264-4EC6-2D036E66C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600" b="1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OBJECTIVE OF THE PROJECT</a:t>
            </a:r>
            <a:endParaRPr lang="en-IN" sz="3600" b="1" dirty="0">
              <a:solidFill>
                <a:srgbClr val="FF0000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69CADF-080E-8ED8-4220-BFFA00CA96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 algn="just"/>
            <a:r>
              <a:rPr lang="hi-IN" sz="2000" dirty="0" err="1">
                <a:latin typeface="times" panose="02020603050405020304" pitchFamily="18" charset="0"/>
              </a:rPr>
              <a:t>To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collect</a:t>
            </a:r>
            <a:r>
              <a:rPr lang="hi-IN" sz="2000" dirty="0">
                <a:latin typeface="times" panose="02020603050405020304" pitchFamily="18" charset="0"/>
              </a:rPr>
              <a:t> 1,000 </a:t>
            </a:r>
            <a:r>
              <a:rPr lang="hi-IN" sz="2000" dirty="0" err="1">
                <a:latin typeface="times" panose="02020603050405020304" pitchFamily="18" charset="0"/>
              </a:rPr>
              <a:t>book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records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from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an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online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book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catalogue</a:t>
            </a:r>
            <a:r>
              <a:rPr lang="hi-IN" sz="2000" dirty="0">
                <a:latin typeface="times" panose="02020603050405020304" pitchFamily="18" charset="0"/>
              </a:rPr>
              <a:t>.</a:t>
            </a:r>
          </a:p>
          <a:p>
            <a:pPr lvl="0" algn="just"/>
            <a:r>
              <a:rPr lang="hi-IN" sz="2000" dirty="0" err="1">
                <a:latin typeface="times" panose="02020603050405020304" pitchFamily="18" charset="0"/>
              </a:rPr>
              <a:t>To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extract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relevant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book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information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using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Python</a:t>
            </a:r>
            <a:r>
              <a:rPr lang="hi-IN" sz="2000" dirty="0">
                <a:latin typeface="times" panose="02020603050405020304" pitchFamily="18" charset="0"/>
              </a:rPr>
              <a:t>.</a:t>
            </a:r>
          </a:p>
          <a:p>
            <a:pPr lvl="0" algn="just"/>
            <a:r>
              <a:rPr lang="hi-IN" sz="2000" dirty="0" err="1">
                <a:latin typeface="times" panose="02020603050405020304" pitchFamily="18" charset="0"/>
              </a:rPr>
              <a:t>To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clean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and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prepare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the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collected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dataset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for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analysis</a:t>
            </a:r>
            <a:r>
              <a:rPr lang="hi-IN" sz="2000" dirty="0">
                <a:latin typeface="times" panose="02020603050405020304" pitchFamily="18" charset="0"/>
              </a:rPr>
              <a:t>.</a:t>
            </a:r>
          </a:p>
          <a:p>
            <a:pPr lvl="0" algn="just"/>
            <a:r>
              <a:rPr lang="hi-IN" sz="2000" dirty="0" err="1">
                <a:latin typeface="times" panose="02020603050405020304" pitchFamily="18" charset="0"/>
              </a:rPr>
              <a:t>To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explore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price</a:t>
            </a:r>
            <a:r>
              <a:rPr lang="hi-IN" sz="2000" dirty="0">
                <a:latin typeface="times" panose="02020603050405020304" pitchFamily="18" charset="0"/>
              </a:rPr>
              <a:t>, </a:t>
            </a:r>
            <a:r>
              <a:rPr lang="hi-IN" sz="2000" dirty="0" err="1">
                <a:latin typeface="times" panose="02020603050405020304" pitchFamily="18" charset="0"/>
              </a:rPr>
              <a:t>rating</a:t>
            </a:r>
            <a:r>
              <a:rPr lang="hi-IN" sz="2000" dirty="0">
                <a:latin typeface="times" panose="02020603050405020304" pitchFamily="18" charset="0"/>
              </a:rPr>
              <a:t>, </a:t>
            </a:r>
            <a:r>
              <a:rPr lang="hi-IN" sz="2000" dirty="0" err="1">
                <a:latin typeface="times" panose="02020603050405020304" pitchFamily="18" charset="0"/>
              </a:rPr>
              <a:t>category</a:t>
            </a:r>
            <a:r>
              <a:rPr lang="hi-IN" sz="2000" dirty="0">
                <a:latin typeface="times" panose="02020603050405020304" pitchFamily="18" charset="0"/>
              </a:rPr>
              <a:t>, </a:t>
            </a:r>
            <a:r>
              <a:rPr lang="hi-IN" sz="2000" dirty="0" err="1">
                <a:latin typeface="times" panose="02020603050405020304" pitchFamily="18" charset="0"/>
              </a:rPr>
              <a:t>and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availability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patterns</a:t>
            </a:r>
            <a:r>
              <a:rPr lang="hi-IN" sz="2000" dirty="0">
                <a:latin typeface="times" panose="02020603050405020304" pitchFamily="18" charset="0"/>
              </a:rPr>
              <a:t>.</a:t>
            </a:r>
          </a:p>
          <a:p>
            <a:pPr lvl="0" algn="just"/>
            <a:r>
              <a:rPr lang="hi-IN" sz="2000" dirty="0" err="1">
                <a:latin typeface="times" panose="02020603050405020304" pitchFamily="18" charset="0"/>
              </a:rPr>
              <a:t>To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represent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findings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through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suitable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statistical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visualizations</a:t>
            </a:r>
            <a:r>
              <a:rPr lang="hi-IN" sz="2000" dirty="0">
                <a:latin typeface="times" panose="02020603050405020304" pitchFamily="18" charset="0"/>
              </a:rPr>
              <a:t>.</a:t>
            </a:r>
          </a:p>
          <a:p>
            <a:pPr marL="114300" indent="0" algn="just">
              <a:buNone/>
            </a:pPr>
            <a:endParaRPr lang="en-IN" sz="20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43310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35465-608A-9611-4FB8-9319D647B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5807"/>
            <a:ext cx="10515600" cy="973393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600" b="1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EDA OVERVIEW</a:t>
            </a:r>
            <a:endParaRPr lang="en-IN" sz="3600" b="1" dirty="0">
              <a:solidFill>
                <a:srgbClr val="FF0000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DEC8DE-0717-7A78-A68B-183F596AC3DA}"/>
              </a:ext>
            </a:extLst>
          </p:cNvPr>
          <p:cNvSpPr txBox="1"/>
          <p:nvPr/>
        </p:nvSpPr>
        <p:spPr>
          <a:xfrm>
            <a:off x="838199" y="1446299"/>
            <a:ext cx="1086218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hi-IN" sz="2000" dirty="0">
              <a:latin typeface="times" panose="0202060305040502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2FC84C5-5DE0-072C-D827-374D55B731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3292607"/>
              </p:ext>
            </p:extLst>
          </p:nvPr>
        </p:nvGraphicFramePr>
        <p:xfrm>
          <a:off x="838199" y="1446299"/>
          <a:ext cx="10515602" cy="4689025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5257801">
                  <a:extLst>
                    <a:ext uri="{9D8B030D-6E8A-4147-A177-3AD203B41FA5}">
                      <a16:colId xmlns:a16="http://schemas.microsoft.com/office/drawing/2014/main" val="2137244928"/>
                    </a:ext>
                  </a:extLst>
                </a:gridCol>
                <a:gridCol w="5257801">
                  <a:extLst>
                    <a:ext uri="{9D8B030D-6E8A-4147-A177-3AD203B41FA5}">
                      <a16:colId xmlns:a16="http://schemas.microsoft.com/office/drawing/2014/main" val="2078051519"/>
                    </a:ext>
                  </a:extLst>
                </a:gridCol>
              </a:tblGrid>
              <a:tr h="4262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 sz="1600" b="1" dirty="0" err="1"/>
                        <a:t>Attribute</a:t>
                      </a:r>
                      <a:endParaRPr lang="hi-IN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 sz="1600" b="1" dirty="0" err="1"/>
                        <a:t>Details</a:t>
                      </a:r>
                      <a:endParaRPr lang="hi-IN" sz="1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7715590"/>
                  </a:ext>
                </a:extLst>
              </a:tr>
              <a:tr h="4262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/>
                        <a:t>Data Source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/>
                        <a:t>Books to Scrape website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908907"/>
                  </a:ext>
                </a:extLst>
              </a:tr>
              <a:tr h="4262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/>
                        <a:t>Data Collection 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/>
                        <a:t>Web Scraping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2263890"/>
                  </a:ext>
                </a:extLst>
              </a:tr>
              <a:tr h="4262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 dirty="0" err="1"/>
                        <a:t>Total</a:t>
                      </a:r>
                      <a:r>
                        <a:rPr lang="hi-IN" dirty="0"/>
                        <a:t> </a:t>
                      </a:r>
                      <a:r>
                        <a:rPr lang="hi-IN" dirty="0" err="1"/>
                        <a:t>Records</a:t>
                      </a:r>
                      <a:endParaRPr lang="hi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/>
                        <a:t>1,000 books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4156373"/>
                  </a:ext>
                </a:extLst>
              </a:tr>
              <a:tr h="4262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/>
                        <a:t>Total Attributes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/>
                        <a:t>6 columns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9405808"/>
                  </a:ext>
                </a:extLst>
              </a:tr>
              <a:tr h="4262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 dirty="0" err="1"/>
                        <a:t>Data</a:t>
                      </a:r>
                      <a:r>
                        <a:rPr lang="hi-IN" dirty="0"/>
                        <a:t> </a:t>
                      </a:r>
                      <a:r>
                        <a:rPr lang="hi-IN" dirty="0" err="1"/>
                        <a:t>Type</a:t>
                      </a:r>
                      <a:endParaRPr lang="hi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/>
                        <a:t>Structured tabular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0573791"/>
                  </a:ext>
                </a:extLst>
              </a:tr>
              <a:tr h="4262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/>
                        <a:t>Programming Language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/>
                        <a:t>Python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5938697"/>
                  </a:ext>
                </a:extLst>
              </a:tr>
              <a:tr h="4262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/>
                        <a:t>Data 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/>
                        <a:t>Pandas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3301666"/>
                  </a:ext>
                </a:extLst>
              </a:tr>
              <a:tr h="4262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/>
                        <a:t>Analysis 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/>
                        <a:t>Exploratory Data Analysis (EDA)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3692034"/>
                  </a:ext>
                </a:extLst>
              </a:tr>
              <a:tr h="4262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/>
                        <a:t>Visualization Tools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/>
                        <a:t>Matplotlib and Seaborn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7629584"/>
                  </a:ext>
                </a:extLst>
              </a:tr>
              <a:tr h="4262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/>
                        <a:t>Currency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i-IN" dirty="0" err="1"/>
                        <a:t>British</a:t>
                      </a:r>
                      <a:r>
                        <a:rPr lang="hi-IN" dirty="0"/>
                        <a:t> </a:t>
                      </a:r>
                      <a:r>
                        <a:rPr lang="hi-IN" dirty="0" err="1"/>
                        <a:t>Pounds</a:t>
                      </a:r>
                      <a:r>
                        <a:rPr lang="hi-IN" dirty="0"/>
                        <a:t> (£)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02001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52499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16449-1914-CF31-BD6E-457BA0903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IN" sz="3200" b="1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Key Fields Extracted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F643D-1925-73BB-F869-A7C692A53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43665"/>
            <a:ext cx="10515600" cy="4633298"/>
          </a:xfrm>
        </p:spPr>
        <p:txBody>
          <a:bodyPr>
            <a:normAutofit/>
          </a:bodyPr>
          <a:lstStyle/>
          <a:p>
            <a:pPr lvl="0" algn="just"/>
            <a:r>
              <a:rPr lang="hi-IN" sz="2000" b="1" dirty="0" err="1">
                <a:latin typeface="times" panose="02020603050405020304" pitchFamily="18" charset="0"/>
              </a:rPr>
              <a:t>Title</a:t>
            </a:r>
            <a:r>
              <a:rPr lang="hi-IN" sz="2000" b="1" dirty="0">
                <a:latin typeface="times" panose="02020603050405020304" pitchFamily="18" charset="0"/>
              </a:rPr>
              <a:t>: </a:t>
            </a:r>
            <a:r>
              <a:rPr lang="hi-IN" sz="2000" dirty="0" err="1">
                <a:latin typeface="times" panose="02020603050405020304" pitchFamily="18" charset="0"/>
              </a:rPr>
              <a:t>The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official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name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of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the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book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extracted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from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the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book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listing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page</a:t>
            </a:r>
            <a:r>
              <a:rPr lang="hi-IN" sz="2000" dirty="0">
                <a:latin typeface="times" panose="02020603050405020304" pitchFamily="18" charset="0"/>
              </a:rPr>
              <a:t>. </a:t>
            </a:r>
          </a:p>
          <a:p>
            <a:pPr lvl="0" algn="just"/>
            <a:r>
              <a:rPr lang="hi-IN" sz="2000" b="1" dirty="0" err="1">
                <a:latin typeface="times" panose="02020603050405020304" pitchFamily="18" charset="0"/>
              </a:rPr>
              <a:t>Price</a:t>
            </a:r>
            <a:r>
              <a:rPr lang="hi-IN" sz="2000" b="1" dirty="0">
                <a:latin typeface="times" panose="02020603050405020304" pitchFamily="18" charset="0"/>
              </a:rPr>
              <a:t>: </a:t>
            </a:r>
            <a:r>
              <a:rPr lang="hi-IN" sz="2000" dirty="0" err="1">
                <a:latin typeface="times" panose="02020603050405020304" pitchFamily="18" charset="0"/>
              </a:rPr>
              <a:t>The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selling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price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of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the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book</a:t>
            </a:r>
            <a:r>
              <a:rPr lang="hi-IN" sz="2000" dirty="0">
                <a:latin typeface="times" panose="02020603050405020304" pitchFamily="18" charset="0"/>
              </a:rPr>
              <a:t>, </a:t>
            </a:r>
            <a:r>
              <a:rPr lang="hi-IN" sz="2000" dirty="0" err="1">
                <a:latin typeface="times" panose="02020603050405020304" pitchFamily="18" charset="0"/>
              </a:rPr>
              <a:t>extracted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in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British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Pounds</a:t>
            </a:r>
            <a:r>
              <a:rPr lang="hi-IN" sz="2000" dirty="0">
                <a:latin typeface="times" panose="02020603050405020304" pitchFamily="18" charset="0"/>
              </a:rPr>
              <a:t> (£) </a:t>
            </a:r>
            <a:r>
              <a:rPr lang="hi-IN" sz="2000" dirty="0" err="1">
                <a:latin typeface="times" panose="02020603050405020304" pitchFamily="18" charset="0"/>
              </a:rPr>
              <a:t>and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later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converted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into</a:t>
            </a:r>
            <a:r>
              <a:rPr lang="hi-IN" sz="2000" dirty="0">
                <a:latin typeface="times" panose="02020603050405020304" pitchFamily="18" charset="0"/>
              </a:rPr>
              <a:t> a </a:t>
            </a:r>
            <a:r>
              <a:rPr lang="hi-IN" sz="2000" dirty="0" err="1">
                <a:latin typeface="times" panose="02020603050405020304" pitchFamily="18" charset="0"/>
              </a:rPr>
              <a:t>numerical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format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for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analysis</a:t>
            </a:r>
            <a:r>
              <a:rPr lang="hi-IN" sz="2000" dirty="0">
                <a:latin typeface="times" panose="02020603050405020304" pitchFamily="18" charset="0"/>
              </a:rPr>
              <a:t>. </a:t>
            </a:r>
          </a:p>
          <a:p>
            <a:pPr lvl="0" algn="just"/>
            <a:r>
              <a:rPr lang="hi-IN" sz="2000" b="1" dirty="0" err="1">
                <a:latin typeface="times" panose="02020603050405020304" pitchFamily="18" charset="0"/>
              </a:rPr>
              <a:t>Rating</a:t>
            </a:r>
            <a:r>
              <a:rPr lang="hi-IN" sz="2000" b="1" dirty="0">
                <a:latin typeface="times" panose="02020603050405020304" pitchFamily="18" charset="0"/>
              </a:rPr>
              <a:t>: </a:t>
            </a:r>
            <a:r>
              <a:rPr lang="hi-IN" sz="2000" dirty="0" err="1">
                <a:latin typeface="times" panose="02020603050405020304" pitchFamily="18" charset="0"/>
              </a:rPr>
              <a:t>The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customer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rating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of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the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book</a:t>
            </a:r>
            <a:r>
              <a:rPr lang="hi-IN" sz="2000" dirty="0">
                <a:latin typeface="times" panose="02020603050405020304" pitchFamily="18" charset="0"/>
              </a:rPr>
              <a:t>, </a:t>
            </a:r>
            <a:r>
              <a:rPr lang="hi-IN" sz="2000" dirty="0" err="1">
                <a:latin typeface="times" panose="02020603050405020304" pitchFamily="18" charset="0"/>
              </a:rPr>
              <a:t>represented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on</a:t>
            </a:r>
            <a:r>
              <a:rPr lang="hi-IN" sz="2000" dirty="0">
                <a:latin typeface="times" panose="02020603050405020304" pitchFamily="18" charset="0"/>
              </a:rPr>
              <a:t> a 1 </a:t>
            </a:r>
            <a:r>
              <a:rPr lang="hi-IN" sz="2000" dirty="0" err="1">
                <a:latin typeface="times" panose="02020603050405020304" pitchFamily="18" charset="0"/>
              </a:rPr>
              <a:t>to</a:t>
            </a:r>
            <a:r>
              <a:rPr lang="hi-IN" sz="2000" dirty="0">
                <a:latin typeface="times" panose="02020603050405020304" pitchFamily="18" charset="0"/>
              </a:rPr>
              <a:t> 5 </a:t>
            </a:r>
            <a:r>
              <a:rPr lang="hi-IN" sz="2000" dirty="0" err="1">
                <a:latin typeface="times" panose="02020603050405020304" pitchFamily="18" charset="0"/>
              </a:rPr>
              <a:t>star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scale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and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converted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into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numerical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values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for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analysis</a:t>
            </a:r>
            <a:r>
              <a:rPr lang="hi-IN" sz="2000" dirty="0">
                <a:latin typeface="times" panose="02020603050405020304" pitchFamily="18" charset="0"/>
              </a:rPr>
              <a:t>. </a:t>
            </a:r>
          </a:p>
          <a:p>
            <a:pPr lvl="0" algn="just"/>
            <a:r>
              <a:rPr lang="hi-IN" sz="2000" b="1" dirty="0" err="1">
                <a:latin typeface="times" panose="02020603050405020304" pitchFamily="18" charset="0"/>
              </a:rPr>
              <a:t>Availability</a:t>
            </a:r>
            <a:r>
              <a:rPr lang="hi-IN" sz="2000" b="1" dirty="0">
                <a:latin typeface="times" panose="02020603050405020304" pitchFamily="18" charset="0"/>
              </a:rPr>
              <a:t>: </a:t>
            </a:r>
            <a:r>
              <a:rPr lang="hi-IN" sz="2000" dirty="0" err="1">
                <a:latin typeface="times" panose="02020603050405020304" pitchFamily="18" charset="0"/>
              </a:rPr>
              <a:t>The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current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stock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status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of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the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book</a:t>
            </a:r>
            <a:r>
              <a:rPr lang="hi-IN" sz="2000" dirty="0">
                <a:latin typeface="times" panose="02020603050405020304" pitchFamily="18" charset="0"/>
              </a:rPr>
              <a:t>, </a:t>
            </a:r>
            <a:r>
              <a:rPr lang="hi-IN" sz="2000" dirty="0" err="1">
                <a:latin typeface="times" panose="02020603050405020304" pitchFamily="18" charset="0"/>
              </a:rPr>
              <a:t>indicating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whether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the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book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is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in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stock</a:t>
            </a:r>
            <a:r>
              <a:rPr lang="hi-IN" sz="2000" dirty="0">
                <a:latin typeface="times" panose="02020603050405020304" pitchFamily="18" charset="0"/>
              </a:rPr>
              <a:t>. </a:t>
            </a:r>
          </a:p>
          <a:p>
            <a:pPr lvl="0" algn="just"/>
            <a:r>
              <a:rPr lang="hi-IN" sz="2000" b="1" dirty="0" err="1">
                <a:latin typeface="times" panose="02020603050405020304" pitchFamily="18" charset="0"/>
              </a:rPr>
              <a:t>Category</a:t>
            </a:r>
            <a:r>
              <a:rPr lang="hi-IN" sz="2000" b="1" dirty="0">
                <a:latin typeface="times" panose="02020603050405020304" pitchFamily="18" charset="0"/>
              </a:rPr>
              <a:t>: </a:t>
            </a:r>
            <a:r>
              <a:rPr lang="hi-IN" sz="2000" dirty="0" err="1">
                <a:latin typeface="times" panose="02020603050405020304" pitchFamily="18" charset="0"/>
              </a:rPr>
              <a:t>The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category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or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genre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assigned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to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the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book</a:t>
            </a:r>
            <a:r>
              <a:rPr lang="hi-IN" sz="2000" dirty="0">
                <a:latin typeface="times" panose="02020603050405020304" pitchFamily="18" charset="0"/>
              </a:rPr>
              <a:t>, </a:t>
            </a:r>
            <a:r>
              <a:rPr lang="hi-IN" sz="2000" dirty="0" err="1">
                <a:latin typeface="times" panose="02020603050405020304" pitchFamily="18" charset="0"/>
              </a:rPr>
              <a:t>used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for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category-wise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analysis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and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comparison</a:t>
            </a:r>
            <a:r>
              <a:rPr lang="hi-IN" sz="2000" dirty="0">
                <a:latin typeface="times" panose="02020603050405020304" pitchFamily="18" charset="0"/>
              </a:rPr>
              <a:t>. </a:t>
            </a:r>
          </a:p>
          <a:p>
            <a:pPr lvl="0" algn="just"/>
            <a:r>
              <a:rPr lang="hi-IN" sz="2000" b="1" dirty="0" err="1">
                <a:latin typeface="times" panose="02020603050405020304" pitchFamily="18" charset="0"/>
              </a:rPr>
              <a:t>Product</a:t>
            </a:r>
            <a:r>
              <a:rPr lang="hi-IN" sz="2000" b="1" dirty="0">
                <a:latin typeface="times" panose="02020603050405020304" pitchFamily="18" charset="0"/>
              </a:rPr>
              <a:t> URL: </a:t>
            </a:r>
            <a:r>
              <a:rPr lang="hi-IN" sz="2000" dirty="0" err="1">
                <a:latin typeface="times" panose="02020603050405020304" pitchFamily="18" charset="0"/>
              </a:rPr>
              <a:t>The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direct</a:t>
            </a:r>
            <a:r>
              <a:rPr lang="hi-IN" sz="2000" dirty="0">
                <a:latin typeface="times" panose="02020603050405020304" pitchFamily="18" charset="0"/>
              </a:rPr>
              <a:t> URL </a:t>
            </a:r>
            <a:r>
              <a:rPr lang="hi-IN" sz="2000" dirty="0" err="1">
                <a:latin typeface="times" panose="02020603050405020304" pitchFamily="18" charset="0"/>
              </a:rPr>
              <a:t>of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the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individual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book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page</a:t>
            </a:r>
            <a:r>
              <a:rPr lang="hi-IN" sz="2000" dirty="0">
                <a:latin typeface="times" panose="02020603050405020304" pitchFamily="18" charset="0"/>
              </a:rPr>
              <a:t>, </a:t>
            </a:r>
            <a:r>
              <a:rPr lang="hi-IN" sz="2000" dirty="0" err="1">
                <a:latin typeface="times" panose="02020603050405020304" pitchFamily="18" charset="0"/>
              </a:rPr>
              <a:t>useful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for</a:t>
            </a:r>
            <a:r>
              <a:rPr lang="hi-IN" sz="2000" dirty="0">
                <a:latin typeface="times" panose="02020603050405020304" pitchFamily="18" charset="0"/>
              </a:rPr>
              <a:t> identifying </a:t>
            </a:r>
            <a:r>
              <a:rPr lang="hi-IN" sz="2000" dirty="0" err="1">
                <a:latin typeface="times" panose="02020603050405020304" pitchFamily="18" charset="0"/>
              </a:rPr>
              <a:t>and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referencing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the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source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of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each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book</a:t>
            </a:r>
            <a:r>
              <a:rPr lang="hi-IN" sz="2000" dirty="0">
                <a:latin typeface="times" panose="02020603050405020304" pitchFamily="18" charset="0"/>
              </a:rPr>
              <a:t> </a:t>
            </a:r>
            <a:r>
              <a:rPr lang="hi-IN" sz="2000" dirty="0" err="1">
                <a:latin typeface="times" panose="02020603050405020304" pitchFamily="18" charset="0"/>
              </a:rPr>
              <a:t>record</a:t>
            </a:r>
            <a:r>
              <a:rPr lang="hi-IN" sz="2000" dirty="0">
                <a:latin typeface="times" panose="02020603050405020304" pitchFamily="18" charset="0"/>
              </a:rPr>
              <a:t>.</a:t>
            </a:r>
          </a:p>
          <a:p>
            <a:pPr algn="just"/>
            <a:endParaRPr lang="en-IN" sz="20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49143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3767F-8A00-3E08-562A-D68A616AB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4578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IN" sz="3600" b="1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EDA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2A9BF3-B4C5-D1F1-89A9-C20F886FB9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71716"/>
            <a:ext cx="10515600" cy="5105247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IN" sz="2400" b="1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Univariate Analysis</a:t>
            </a:r>
          </a:p>
          <a:p>
            <a:pPr>
              <a:buFont typeface="Courier New" panose="02070309020205020404" pitchFamily="49" charset="0"/>
              <a:buChar char="o"/>
            </a:pPr>
            <a:endParaRPr lang="en-IN" sz="2400" b="1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>
              <a:buFont typeface="Courier New" panose="02070309020205020404" pitchFamily="49" charset="0"/>
              <a:buChar char="o"/>
            </a:pPr>
            <a:endParaRPr lang="en-IN" sz="2400" b="1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>
              <a:buFont typeface="Courier New" panose="02070309020205020404" pitchFamily="49" charset="0"/>
              <a:buChar char="o"/>
            </a:pPr>
            <a:endParaRPr lang="en-IN" sz="2400" b="1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>
              <a:buFont typeface="Courier New" panose="02070309020205020404" pitchFamily="49" charset="0"/>
              <a:buChar char="o"/>
            </a:pPr>
            <a:endParaRPr lang="en-IN" sz="2400" b="1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>
              <a:buFont typeface="Courier New" panose="02070309020205020404" pitchFamily="49" charset="0"/>
              <a:buChar char="o"/>
            </a:pPr>
            <a:endParaRPr lang="en-IN" sz="2400" b="1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114300" indent="0">
              <a:buNone/>
            </a:pPr>
            <a:endParaRPr lang="hi-IN" sz="2400" b="1" dirty="0">
              <a:latin typeface="times" panose="02020603050405020304" pitchFamily="18" charset="0"/>
            </a:endParaRPr>
          </a:p>
          <a:p>
            <a:pPr marL="114300" indent="0">
              <a:buNone/>
            </a:pPr>
            <a:endParaRPr lang="en-IN" sz="2400" b="1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114300" indent="0">
              <a:buNone/>
            </a:pPr>
            <a:endParaRPr lang="en-IN" sz="2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114300" indent="0">
              <a:buNone/>
            </a:pPr>
            <a:endParaRPr lang="en-IN" sz="2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114300" indent="0">
              <a:buNone/>
            </a:pPr>
            <a:endParaRPr lang="en-IN" sz="2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114300" indent="0">
              <a:buNone/>
            </a:pPr>
            <a:endParaRPr lang="en-IN" sz="2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114300" indent="0">
              <a:buNone/>
            </a:pPr>
            <a:endParaRPr lang="en-IN" sz="2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114300" indent="0">
              <a:buNone/>
            </a:pPr>
            <a:endParaRPr lang="en-IN" sz="24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3558FD-97B6-BE73-6802-145560D154C5}"/>
              </a:ext>
            </a:extLst>
          </p:cNvPr>
          <p:cNvSpPr txBox="1"/>
          <p:nvPr/>
        </p:nvSpPr>
        <p:spPr>
          <a:xfrm>
            <a:off x="6803923" y="4310354"/>
            <a:ext cx="419524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i-IN" sz="1800" b="1" dirty="0" err="1">
                <a:latin typeface="times" panose="02020603050405020304" pitchFamily="18" charset="0"/>
              </a:rPr>
              <a:t>Insight</a:t>
            </a:r>
            <a:r>
              <a:rPr lang="hi-IN" sz="1800" b="1" dirty="0">
                <a:latin typeface="times" panose="02020603050405020304" pitchFamily="18" charset="0"/>
              </a:rPr>
              <a:t>:</a:t>
            </a:r>
            <a:endParaRPr lang="hi-IN" sz="1800" dirty="0">
              <a:latin typeface="times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hi-IN" sz="1600" dirty="0" err="1"/>
              <a:t>The</a:t>
            </a:r>
            <a:r>
              <a:rPr lang="hi-IN" sz="1600" dirty="0"/>
              <a:t> </a:t>
            </a:r>
            <a:r>
              <a:rPr lang="hi-IN" sz="1600" dirty="0" err="1"/>
              <a:t>donut</a:t>
            </a:r>
            <a:r>
              <a:rPr lang="hi-IN" sz="1600" dirty="0"/>
              <a:t> </a:t>
            </a:r>
            <a:r>
              <a:rPr lang="hi-IN" sz="1600" dirty="0" err="1"/>
              <a:t>chart</a:t>
            </a:r>
            <a:r>
              <a:rPr lang="hi-IN" sz="1600" dirty="0"/>
              <a:t> </a:t>
            </a:r>
            <a:r>
              <a:rPr lang="hi-IN" sz="1600" dirty="0" err="1"/>
              <a:t>shows</a:t>
            </a:r>
            <a:r>
              <a:rPr lang="hi-IN" sz="1600" dirty="0"/>
              <a:t> </a:t>
            </a:r>
            <a:r>
              <a:rPr lang="hi-IN" sz="1600" dirty="0" err="1"/>
              <a:t>the</a:t>
            </a:r>
            <a:r>
              <a:rPr lang="hi-IN" sz="1600" dirty="0"/>
              <a:t> </a:t>
            </a:r>
            <a:r>
              <a:rPr lang="hi-IN" sz="1600" dirty="0" err="1"/>
              <a:t>distribution</a:t>
            </a:r>
            <a:r>
              <a:rPr lang="hi-IN" sz="1600" dirty="0"/>
              <a:t> </a:t>
            </a:r>
            <a:r>
              <a:rPr lang="hi-IN" sz="1600" dirty="0" err="1"/>
              <a:t>of</a:t>
            </a:r>
            <a:r>
              <a:rPr lang="hi-IN" sz="1600" dirty="0"/>
              <a:t> </a:t>
            </a:r>
            <a:r>
              <a:rPr lang="hi-IN" sz="1600" dirty="0" err="1"/>
              <a:t>books</a:t>
            </a:r>
            <a:r>
              <a:rPr lang="hi-IN" sz="1600" dirty="0"/>
              <a:t> </a:t>
            </a:r>
            <a:r>
              <a:rPr lang="hi-IN" sz="1600" dirty="0" err="1"/>
              <a:t>across</a:t>
            </a:r>
            <a:r>
              <a:rPr lang="hi-IN" sz="1600" dirty="0"/>
              <a:t> </a:t>
            </a:r>
            <a:r>
              <a:rPr lang="hi-IN" sz="1600" dirty="0" err="1"/>
              <a:t>rating</a:t>
            </a:r>
            <a:r>
              <a:rPr lang="hi-IN" sz="1600" dirty="0"/>
              <a:t> </a:t>
            </a:r>
            <a:r>
              <a:rPr lang="hi-IN" sz="1600" dirty="0" err="1"/>
              <a:t>levels</a:t>
            </a:r>
            <a:r>
              <a:rPr lang="hi-IN" sz="1600" dirty="0"/>
              <a:t> </a:t>
            </a:r>
            <a:r>
              <a:rPr lang="hi-IN" sz="1600" dirty="0" err="1"/>
              <a:t>from</a:t>
            </a:r>
            <a:r>
              <a:rPr lang="hi-IN" sz="1600" dirty="0"/>
              <a:t> 1 </a:t>
            </a:r>
            <a:r>
              <a:rPr lang="hi-IN" sz="1600" dirty="0" err="1"/>
              <a:t>to</a:t>
            </a:r>
            <a:r>
              <a:rPr lang="hi-IN" sz="1600" dirty="0"/>
              <a:t> 5 </a:t>
            </a:r>
            <a:r>
              <a:rPr lang="hi-IN" sz="1600" dirty="0" err="1"/>
              <a:t>stars</a:t>
            </a:r>
            <a:r>
              <a:rPr lang="hi-IN" sz="1600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hi-IN" sz="1600" dirty="0" err="1"/>
              <a:t>It</a:t>
            </a:r>
            <a:r>
              <a:rPr lang="hi-IN" sz="1600" dirty="0"/>
              <a:t> </a:t>
            </a:r>
            <a:r>
              <a:rPr lang="hi-IN" sz="1600" dirty="0" err="1"/>
              <a:t>helps</a:t>
            </a:r>
            <a:r>
              <a:rPr lang="hi-IN" sz="1600" dirty="0"/>
              <a:t> </a:t>
            </a:r>
            <a:r>
              <a:rPr lang="hi-IN" sz="1600" dirty="0" err="1"/>
              <a:t>identify</a:t>
            </a:r>
            <a:r>
              <a:rPr lang="hi-IN" sz="1600" dirty="0"/>
              <a:t> </a:t>
            </a:r>
            <a:r>
              <a:rPr lang="hi-IN" sz="1600" dirty="0" err="1"/>
              <a:t>which</a:t>
            </a:r>
            <a:r>
              <a:rPr lang="hi-IN" sz="1600" dirty="0"/>
              <a:t> </a:t>
            </a:r>
            <a:r>
              <a:rPr lang="hi-IN" sz="1600" dirty="0" err="1"/>
              <a:t>rating</a:t>
            </a:r>
            <a:r>
              <a:rPr lang="hi-IN" sz="1600" dirty="0"/>
              <a:t> </a:t>
            </a:r>
            <a:r>
              <a:rPr lang="hi-IN" sz="1600" dirty="0" err="1"/>
              <a:t>levels</a:t>
            </a:r>
            <a:r>
              <a:rPr lang="hi-IN" sz="1600" dirty="0"/>
              <a:t> </a:t>
            </a:r>
            <a:r>
              <a:rPr lang="hi-IN" sz="1600" dirty="0" err="1"/>
              <a:t>are</a:t>
            </a:r>
            <a:r>
              <a:rPr lang="hi-IN" sz="1600" dirty="0"/>
              <a:t> </a:t>
            </a:r>
            <a:r>
              <a:rPr lang="hi-IN" sz="1600" dirty="0" err="1"/>
              <a:t>most</a:t>
            </a:r>
            <a:r>
              <a:rPr lang="hi-IN" sz="1600" dirty="0"/>
              <a:t> </a:t>
            </a:r>
            <a:r>
              <a:rPr lang="hi-IN" sz="1600" dirty="0" err="1"/>
              <a:t>common</a:t>
            </a:r>
            <a:r>
              <a:rPr lang="hi-IN" sz="1600" dirty="0"/>
              <a:t> </a:t>
            </a:r>
            <a:r>
              <a:rPr lang="hi-IN" sz="1600" dirty="0" err="1"/>
              <a:t>in</a:t>
            </a:r>
            <a:r>
              <a:rPr lang="hi-IN" sz="1600" dirty="0"/>
              <a:t> </a:t>
            </a:r>
            <a:r>
              <a:rPr lang="hi-IN" sz="1600" dirty="0" err="1"/>
              <a:t>the</a:t>
            </a:r>
            <a:r>
              <a:rPr lang="hi-IN" sz="1600" dirty="0"/>
              <a:t> </a:t>
            </a:r>
            <a:r>
              <a:rPr lang="hi-IN" sz="1600" dirty="0" err="1"/>
              <a:t>dataset</a:t>
            </a:r>
            <a:r>
              <a:rPr lang="hi-IN" sz="1600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hi-IN" sz="1600" dirty="0" err="1"/>
              <a:t>This</a:t>
            </a:r>
            <a:r>
              <a:rPr lang="hi-IN" sz="1600" dirty="0"/>
              <a:t> </a:t>
            </a:r>
            <a:r>
              <a:rPr lang="hi-IN" sz="1600" dirty="0" err="1"/>
              <a:t>analysis</a:t>
            </a:r>
            <a:r>
              <a:rPr lang="hi-IN" sz="1600" dirty="0"/>
              <a:t> </a:t>
            </a:r>
            <a:r>
              <a:rPr lang="hi-IN" sz="1600" dirty="0" err="1"/>
              <a:t>provides</a:t>
            </a:r>
            <a:r>
              <a:rPr lang="hi-IN" sz="1600" dirty="0"/>
              <a:t> </a:t>
            </a:r>
            <a:r>
              <a:rPr lang="hi-IN" sz="1600" dirty="0" err="1"/>
              <a:t>an</a:t>
            </a:r>
            <a:r>
              <a:rPr lang="hi-IN" sz="1600" dirty="0"/>
              <a:t> </a:t>
            </a:r>
            <a:r>
              <a:rPr lang="hi-IN" sz="1600" dirty="0" err="1"/>
              <a:t>overview</a:t>
            </a:r>
            <a:r>
              <a:rPr lang="hi-IN" sz="1600" dirty="0"/>
              <a:t> </a:t>
            </a:r>
            <a:r>
              <a:rPr lang="hi-IN" sz="1600" dirty="0" err="1"/>
              <a:t>of</a:t>
            </a:r>
            <a:r>
              <a:rPr lang="hi-IN" sz="1600" dirty="0"/>
              <a:t> </a:t>
            </a:r>
            <a:r>
              <a:rPr lang="hi-IN" sz="1600" dirty="0" err="1"/>
              <a:t>how</a:t>
            </a:r>
            <a:r>
              <a:rPr lang="hi-IN" sz="1600" dirty="0"/>
              <a:t> </a:t>
            </a:r>
            <a:r>
              <a:rPr lang="hi-IN" sz="1600" dirty="0" err="1"/>
              <a:t>books</a:t>
            </a:r>
            <a:r>
              <a:rPr lang="hi-IN" sz="1600" dirty="0"/>
              <a:t> </a:t>
            </a:r>
            <a:r>
              <a:rPr lang="hi-IN" sz="1600" dirty="0" err="1"/>
              <a:t>are</a:t>
            </a:r>
            <a:r>
              <a:rPr lang="hi-IN" sz="1600" dirty="0"/>
              <a:t> </a:t>
            </a:r>
            <a:r>
              <a:rPr lang="hi-IN" sz="1600" dirty="0" err="1"/>
              <a:t>rated</a:t>
            </a:r>
            <a:r>
              <a:rPr lang="hi-IN" sz="1600" dirty="0"/>
              <a:t> </a:t>
            </a:r>
            <a:r>
              <a:rPr lang="hi-IN" sz="1600" dirty="0" err="1"/>
              <a:t>in</a:t>
            </a:r>
            <a:r>
              <a:rPr lang="hi-IN" sz="1600" dirty="0"/>
              <a:t> </a:t>
            </a:r>
            <a:r>
              <a:rPr lang="hi-IN" sz="1600" dirty="0" err="1"/>
              <a:t>the</a:t>
            </a:r>
            <a:r>
              <a:rPr lang="hi-IN" sz="1600" dirty="0"/>
              <a:t> </a:t>
            </a:r>
            <a:r>
              <a:rPr lang="hi-IN" sz="1600" dirty="0" err="1"/>
              <a:t>online</a:t>
            </a:r>
            <a:r>
              <a:rPr lang="hi-IN" sz="1600" dirty="0"/>
              <a:t> </a:t>
            </a:r>
            <a:r>
              <a:rPr lang="hi-IN" sz="1600" dirty="0" err="1"/>
              <a:t>catalogue</a:t>
            </a:r>
            <a:r>
              <a:rPr lang="hi-IN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E82933-A147-8CD4-DF80-07523CB294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836" y="1799303"/>
            <a:ext cx="4134725" cy="231555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5EAF976-33A5-0FDD-7242-63746D71FF2C}"/>
              </a:ext>
            </a:extLst>
          </p:cNvPr>
          <p:cNvSpPr txBox="1"/>
          <p:nvPr/>
        </p:nvSpPr>
        <p:spPr>
          <a:xfrm>
            <a:off x="983226" y="4680155"/>
            <a:ext cx="484730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hi-IN" sz="1600" dirty="0" err="1">
                <a:latin typeface="times" panose="02020603050405020304" pitchFamily="18" charset="0"/>
              </a:rPr>
              <a:t>The</a:t>
            </a:r>
            <a:r>
              <a:rPr lang="hi-IN" sz="1600" dirty="0">
                <a:latin typeface="times" panose="02020603050405020304" pitchFamily="18" charset="0"/>
              </a:rPr>
              <a:t> </a:t>
            </a:r>
            <a:r>
              <a:rPr lang="hi-IN" sz="1600" dirty="0" err="1">
                <a:latin typeface="times" panose="02020603050405020304" pitchFamily="18" charset="0"/>
              </a:rPr>
              <a:t>bar</a:t>
            </a:r>
            <a:r>
              <a:rPr lang="hi-IN" sz="1600" dirty="0">
                <a:latin typeface="times" panose="02020603050405020304" pitchFamily="18" charset="0"/>
              </a:rPr>
              <a:t> </a:t>
            </a:r>
            <a:r>
              <a:rPr lang="hi-IN" sz="1600" dirty="0" err="1">
                <a:latin typeface="times" panose="02020603050405020304" pitchFamily="18" charset="0"/>
              </a:rPr>
              <a:t>chart</a:t>
            </a:r>
            <a:r>
              <a:rPr lang="hi-IN" sz="1600" dirty="0">
                <a:latin typeface="times" panose="02020603050405020304" pitchFamily="18" charset="0"/>
              </a:rPr>
              <a:t> </a:t>
            </a:r>
            <a:r>
              <a:rPr lang="hi-IN" sz="1600" dirty="0" err="1">
                <a:latin typeface="times" panose="02020603050405020304" pitchFamily="18" charset="0"/>
              </a:rPr>
              <a:t>shows</a:t>
            </a:r>
            <a:r>
              <a:rPr lang="hi-IN" sz="1600" dirty="0">
                <a:latin typeface="times" panose="02020603050405020304" pitchFamily="18" charset="0"/>
              </a:rPr>
              <a:t> </a:t>
            </a:r>
            <a:r>
              <a:rPr lang="hi-IN" sz="1600" dirty="0" err="1">
                <a:latin typeface="times" panose="02020603050405020304" pitchFamily="18" charset="0"/>
              </a:rPr>
              <a:t>the</a:t>
            </a:r>
            <a:r>
              <a:rPr lang="hi-IN" sz="1600" dirty="0">
                <a:latin typeface="times" panose="02020603050405020304" pitchFamily="18" charset="0"/>
              </a:rPr>
              <a:t> </a:t>
            </a:r>
            <a:r>
              <a:rPr lang="hi-IN" sz="1600" dirty="0" err="1">
                <a:latin typeface="times" panose="02020603050405020304" pitchFamily="18" charset="0"/>
              </a:rPr>
              <a:t>distribution</a:t>
            </a:r>
            <a:r>
              <a:rPr lang="hi-IN" sz="1600" dirty="0">
                <a:latin typeface="times" panose="02020603050405020304" pitchFamily="18" charset="0"/>
              </a:rPr>
              <a:t> </a:t>
            </a:r>
            <a:r>
              <a:rPr lang="hi-IN" sz="1600" dirty="0" err="1">
                <a:latin typeface="times" panose="02020603050405020304" pitchFamily="18" charset="0"/>
              </a:rPr>
              <a:t>of</a:t>
            </a:r>
            <a:r>
              <a:rPr lang="hi-IN" sz="1600" dirty="0">
                <a:latin typeface="times" panose="02020603050405020304" pitchFamily="18" charset="0"/>
              </a:rPr>
              <a:t> </a:t>
            </a:r>
            <a:r>
              <a:rPr lang="hi-IN" sz="1600" dirty="0" err="1">
                <a:latin typeface="times" panose="02020603050405020304" pitchFamily="18" charset="0"/>
              </a:rPr>
              <a:t>books</a:t>
            </a:r>
            <a:r>
              <a:rPr lang="hi-IN" sz="1600" dirty="0">
                <a:latin typeface="times" panose="02020603050405020304" pitchFamily="18" charset="0"/>
              </a:rPr>
              <a:t> </a:t>
            </a:r>
            <a:r>
              <a:rPr lang="hi-IN" sz="1600" dirty="0" err="1">
                <a:latin typeface="times" panose="02020603050405020304" pitchFamily="18" charset="0"/>
              </a:rPr>
              <a:t>across</a:t>
            </a:r>
            <a:r>
              <a:rPr lang="hi-IN" sz="1600" dirty="0">
                <a:latin typeface="times" panose="02020603050405020304" pitchFamily="18" charset="0"/>
              </a:rPr>
              <a:t> </a:t>
            </a:r>
            <a:r>
              <a:rPr lang="hi-IN" sz="1600" dirty="0" err="1">
                <a:latin typeface="times" panose="02020603050405020304" pitchFamily="18" charset="0"/>
              </a:rPr>
              <a:t>different</a:t>
            </a:r>
            <a:r>
              <a:rPr lang="hi-IN" sz="1600" dirty="0">
                <a:latin typeface="times" panose="02020603050405020304" pitchFamily="18" charset="0"/>
              </a:rPr>
              <a:t> </a:t>
            </a:r>
            <a:r>
              <a:rPr lang="hi-IN" sz="1600" dirty="0" err="1">
                <a:latin typeface="times" panose="02020603050405020304" pitchFamily="18" charset="0"/>
              </a:rPr>
              <a:t>categories</a:t>
            </a:r>
            <a:r>
              <a:rPr lang="hi-IN" sz="1600" dirty="0">
                <a:latin typeface="times" panose="02020603050405020304" pitchFamily="18" charset="0"/>
              </a:rPr>
              <a:t> </a:t>
            </a:r>
            <a:r>
              <a:rPr lang="hi-IN" sz="1600" dirty="0" err="1">
                <a:latin typeface="times" panose="02020603050405020304" pitchFamily="18" charset="0"/>
              </a:rPr>
              <a:t>in</a:t>
            </a:r>
            <a:r>
              <a:rPr lang="hi-IN" sz="1600" dirty="0">
                <a:latin typeface="times" panose="02020603050405020304" pitchFamily="18" charset="0"/>
              </a:rPr>
              <a:t> </a:t>
            </a:r>
            <a:r>
              <a:rPr lang="hi-IN" sz="1600" dirty="0" err="1">
                <a:latin typeface="times" panose="02020603050405020304" pitchFamily="18" charset="0"/>
              </a:rPr>
              <a:t>the</a:t>
            </a:r>
            <a:r>
              <a:rPr lang="hi-IN" sz="1600" dirty="0">
                <a:latin typeface="times" panose="02020603050405020304" pitchFamily="18" charset="0"/>
              </a:rPr>
              <a:t> </a:t>
            </a:r>
            <a:r>
              <a:rPr lang="hi-IN" sz="1600" dirty="0" err="1">
                <a:latin typeface="times" panose="02020603050405020304" pitchFamily="18" charset="0"/>
              </a:rPr>
              <a:t>dataset</a:t>
            </a:r>
            <a:r>
              <a:rPr lang="hi-IN" sz="1600" dirty="0">
                <a:latin typeface="times" panose="02020603050405020304" pitchFamily="18" charset="0"/>
              </a:rPr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hi-IN" sz="1600" dirty="0" err="1">
                <a:latin typeface="times" panose="02020603050405020304" pitchFamily="18" charset="0"/>
              </a:rPr>
              <a:t>Categories</a:t>
            </a:r>
            <a:r>
              <a:rPr lang="hi-IN" sz="1600" dirty="0">
                <a:latin typeface="times" panose="02020603050405020304" pitchFamily="18" charset="0"/>
              </a:rPr>
              <a:t> </a:t>
            </a:r>
            <a:r>
              <a:rPr lang="hi-IN" sz="1600" dirty="0" err="1">
                <a:latin typeface="times" panose="02020603050405020304" pitchFamily="18" charset="0"/>
              </a:rPr>
              <a:t>with</a:t>
            </a:r>
            <a:r>
              <a:rPr lang="hi-IN" sz="1600" dirty="0">
                <a:latin typeface="times" panose="02020603050405020304" pitchFamily="18" charset="0"/>
              </a:rPr>
              <a:t> </a:t>
            </a:r>
            <a:r>
              <a:rPr lang="hi-IN" sz="1600" dirty="0" err="1">
                <a:latin typeface="times" panose="02020603050405020304" pitchFamily="18" charset="0"/>
              </a:rPr>
              <a:t>taller</a:t>
            </a:r>
            <a:r>
              <a:rPr lang="hi-IN" sz="1600" dirty="0">
                <a:latin typeface="times" panose="02020603050405020304" pitchFamily="18" charset="0"/>
              </a:rPr>
              <a:t> </a:t>
            </a:r>
            <a:r>
              <a:rPr lang="hi-IN" sz="1600" dirty="0" err="1">
                <a:latin typeface="times" panose="02020603050405020304" pitchFamily="18" charset="0"/>
              </a:rPr>
              <a:t>bars</a:t>
            </a:r>
            <a:r>
              <a:rPr lang="hi-IN" sz="1600" dirty="0">
                <a:latin typeface="times" panose="02020603050405020304" pitchFamily="18" charset="0"/>
              </a:rPr>
              <a:t> </a:t>
            </a:r>
            <a:r>
              <a:rPr lang="hi-IN" sz="1600" dirty="0" err="1">
                <a:latin typeface="times" panose="02020603050405020304" pitchFamily="18" charset="0"/>
              </a:rPr>
              <a:t>contain</a:t>
            </a:r>
            <a:r>
              <a:rPr lang="hi-IN" sz="1600" dirty="0">
                <a:latin typeface="times" panose="02020603050405020304" pitchFamily="18" charset="0"/>
              </a:rPr>
              <a:t> </a:t>
            </a:r>
            <a:r>
              <a:rPr lang="hi-IN" sz="1600" dirty="0" err="1">
                <a:latin typeface="times" panose="02020603050405020304" pitchFamily="18" charset="0"/>
              </a:rPr>
              <a:t>more</a:t>
            </a:r>
            <a:r>
              <a:rPr lang="hi-IN" sz="1600" dirty="0">
                <a:latin typeface="times" panose="02020603050405020304" pitchFamily="18" charset="0"/>
              </a:rPr>
              <a:t> </a:t>
            </a:r>
            <a:r>
              <a:rPr lang="hi-IN" sz="1600" dirty="0" err="1">
                <a:latin typeface="times" panose="02020603050405020304" pitchFamily="18" charset="0"/>
              </a:rPr>
              <a:t>books</a:t>
            </a:r>
            <a:r>
              <a:rPr lang="hi-IN" sz="1600" dirty="0">
                <a:latin typeface="times" panose="02020603050405020304" pitchFamily="18" charset="0"/>
              </a:rPr>
              <a:t>, </a:t>
            </a:r>
            <a:r>
              <a:rPr lang="hi-IN" sz="1600" dirty="0" err="1">
                <a:latin typeface="times" panose="02020603050405020304" pitchFamily="18" charset="0"/>
              </a:rPr>
              <a:t>while</a:t>
            </a:r>
            <a:r>
              <a:rPr lang="hi-IN" sz="1600" dirty="0">
                <a:latin typeface="times" panose="02020603050405020304" pitchFamily="18" charset="0"/>
              </a:rPr>
              <a:t> </a:t>
            </a:r>
            <a:r>
              <a:rPr lang="hi-IN" sz="1600" dirty="0" err="1">
                <a:latin typeface="times" panose="02020603050405020304" pitchFamily="18" charset="0"/>
              </a:rPr>
              <a:t>shorter</a:t>
            </a:r>
            <a:r>
              <a:rPr lang="hi-IN" sz="1600" dirty="0">
                <a:latin typeface="times" panose="02020603050405020304" pitchFamily="18" charset="0"/>
              </a:rPr>
              <a:t> </a:t>
            </a:r>
            <a:r>
              <a:rPr lang="hi-IN" sz="1600" dirty="0" err="1">
                <a:latin typeface="times" panose="02020603050405020304" pitchFamily="18" charset="0"/>
              </a:rPr>
              <a:t>bars</a:t>
            </a:r>
            <a:r>
              <a:rPr lang="hi-IN" sz="1600" dirty="0">
                <a:latin typeface="times" panose="02020603050405020304" pitchFamily="18" charset="0"/>
              </a:rPr>
              <a:t> </a:t>
            </a:r>
            <a:r>
              <a:rPr lang="hi-IN" sz="1600" dirty="0" err="1">
                <a:latin typeface="times" panose="02020603050405020304" pitchFamily="18" charset="0"/>
              </a:rPr>
              <a:t>represent</a:t>
            </a:r>
            <a:r>
              <a:rPr lang="hi-IN" sz="1600" dirty="0">
                <a:latin typeface="times" panose="02020603050405020304" pitchFamily="18" charset="0"/>
              </a:rPr>
              <a:t> </a:t>
            </a:r>
            <a:r>
              <a:rPr lang="hi-IN" sz="1600" dirty="0" err="1">
                <a:latin typeface="times" panose="02020603050405020304" pitchFamily="18" charset="0"/>
              </a:rPr>
              <a:t>fewer</a:t>
            </a:r>
            <a:r>
              <a:rPr lang="hi-IN" sz="1600" dirty="0">
                <a:latin typeface="times" panose="02020603050405020304" pitchFamily="18" charset="0"/>
              </a:rPr>
              <a:t> </a:t>
            </a:r>
            <a:r>
              <a:rPr lang="hi-IN" sz="1600" dirty="0" err="1">
                <a:latin typeface="times" panose="02020603050405020304" pitchFamily="18" charset="0"/>
              </a:rPr>
              <a:t>books</a:t>
            </a:r>
            <a:r>
              <a:rPr lang="hi-IN" sz="1600" dirty="0">
                <a:latin typeface="times" panose="02020603050405020304" pitchFamily="18" charset="0"/>
              </a:rPr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hi-IN" sz="1600" dirty="0" err="1">
                <a:latin typeface="times" panose="02020603050405020304" pitchFamily="18" charset="0"/>
              </a:rPr>
              <a:t>This</a:t>
            </a:r>
            <a:r>
              <a:rPr lang="hi-IN" sz="1600" dirty="0">
                <a:latin typeface="times" panose="02020603050405020304" pitchFamily="18" charset="0"/>
              </a:rPr>
              <a:t> </a:t>
            </a:r>
            <a:r>
              <a:rPr lang="hi-IN" sz="1600" dirty="0" err="1">
                <a:latin typeface="times" panose="02020603050405020304" pitchFamily="18" charset="0"/>
              </a:rPr>
              <a:t>analysis</a:t>
            </a:r>
            <a:r>
              <a:rPr lang="hi-IN" sz="1600" dirty="0">
                <a:latin typeface="times" panose="02020603050405020304" pitchFamily="18" charset="0"/>
              </a:rPr>
              <a:t> </a:t>
            </a:r>
            <a:r>
              <a:rPr lang="hi-IN" sz="1600" dirty="0" err="1">
                <a:latin typeface="times" panose="02020603050405020304" pitchFamily="18" charset="0"/>
              </a:rPr>
              <a:t>helps</a:t>
            </a:r>
            <a:r>
              <a:rPr lang="hi-IN" sz="1600" dirty="0">
                <a:latin typeface="times" panose="02020603050405020304" pitchFamily="18" charset="0"/>
              </a:rPr>
              <a:t> </a:t>
            </a:r>
            <a:r>
              <a:rPr lang="hi-IN" sz="1600" dirty="0" err="1">
                <a:latin typeface="times" panose="02020603050405020304" pitchFamily="18" charset="0"/>
              </a:rPr>
              <a:t>identify</a:t>
            </a:r>
            <a:r>
              <a:rPr lang="hi-IN" sz="1600" dirty="0">
                <a:latin typeface="times" panose="02020603050405020304" pitchFamily="18" charset="0"/>
              </a:rPr>
              <a:t> </a:t>
            </a:r>
            <a:r>
              <a:rPr lang="hi-IN" sz="1600" dirty="0" err="1">
                <a:latin typeface="times" panose="02020603050405020304" pitchFamily="18" charset="0"/>
              </a:rPr>
              <a:t>which</a:t>
            </a:r>
            <a:r>
              <a:rPr lang="hi-IN" sz="1600" dirty="0">
                <a:latin typeface="times" panose="02020603050405020304" pitchFamily="18" charset="0"/>
              </a:rPr>
              <a:t> </a:t>
            </a:r>
            <a:r>
              <a:rPr lang="hi-IN" sz="1600" dirty="0" err="1">
                <a:latin typeface="times" panose="02020603050405020304" pitchFamily="18" charset="0"/>
              </a:rPr>
              <a:t>categories</a:t>
            </a:r>
            <a:r>
              <a:rPr lang="hi-IN" sz="1600" dirty="0">
                <a:latin typeface="times" panose="02020603050405020304" pitchFamily="18" charset="0"/>
              </a:rPr>
              <a:t> </a:t>
            </a:r>
            <a:r>
              <a:rPr lang="hi-IN" sz="1600" dirty="0" err="1">
                <a:latin typeface="times" panose="02020603050405020304" pitchFamily="18" charset="0"/>
              </a:rPr>
              <a:t>are</a:t>
            </a:r>
            <a:r>
              <a:rPr lang="hi-IN" sz="1600" dirty="0">
                <a:latin typeface="times" panose="02020603050405020304" pitchFamily="18" charset="0"/>
              </a:rPr>
              <a:t> </a:t>
            </a:r>
            <a:r>
              <a:rPr lang="hi-IN" sz="1600" dirty="0" err="1">
                <a:latin typeface="times" panose="02020603050405020304" pitchFamily="18" charset="0"/>
              </a:rPr>
              <a:t>most</a:t>
            </a:r>
            <a:r>
              <a:rPr lang="hi-IN" sz="1600" dirty="0">
                <a:latin typeface="times" panose="02020603050405020304" pitchFamily="18" charset="0"/>
              </a:rPr>
              <a:t> </a:t>
            </a:r>
            <a:r>
              <a:rPr lang="hi-IN" sz="1600" dirty="0" err="1">
                <a:latin typeface="times" panose="02020603050405020304" pitchFamily="18" charset="0"/>
              </a:rPr>
              <a:t>represented</a:t>
            </a:r>
            <a:r>
              <a:rPr lang="hi-IN" sz="1600" dirty="0">
                <a:latin typeface="times" panose="02020603050405020304" pitchFamily="18" charset="0"/>
              </a:rPr>
              <a:t> </a:t>
            </a:r>
            <a:r>
              <a:rPr lang="hi-IN" sz="1600" dirty="0" err="1">
                <a:latin typeface="times" panose="02020603050405020304" pitchFamily="18" charset="0"/>
              </a:rPr>
              <a:t>in</a:t>
            </a:r>
            <a:r>
              <a:rPr lang="hi-IN" sz="1600" dirty="0">
                <a:latin typeface="times" panose="02020603050405020304" pitchFamily="18" charset="0"/>
              </a:rPr>
              <a:t> </a:t>
            </a:r>
            <a:r>
              <a:rPr lang="hi-IN" sz="1600" dirty="0" err="1">
                <a:latin typeface="times" panose="02020603050405020304" pitchFamily="18" charset="0"/>
              </a:rPr>
              <a:t>the</a:t>
            </a:r>
            <a:r>
              <a:rPr lang="hi-IN" sz="1600" dirty="0">
                <a:latin typeface="times" panose="02020603050405020304" pitchFamily="18" charset="0"/>
              </a:rPr>
              <a:t> </a:t>
            </a:r>
            <a:r>
              <a:rPr lang="hi-IN" sz="1600" dirty="0" err="1">
                <a:latin typeface="times" panose="02020603050405020304" pitchFamily="18" charset="0"/>
              </a:rPr>
              <a:t>collected</a:t>
            </a:r>
            <a:r>
              <a:rPr lang="hi-IN" sz="1600" dirty="0">
                <a:latin typeface="times" panose="02020603050405020304" pitchFamily="18" charset="0"/>
              </a:rPr>
              <a:t> </a:t>
            </a:r>
            <a:r>
              <a:rPr lang="hi-IN" sz="1600" dirty="0" err="1">
                <a:latin typeface="times" panose="02020603050405020304" pitchFamily="18" charset="0"/>
              </a:rPr>
              <a:t>catalogue</a:t>
            </a:r>
            <a:r>
              <a:rPr lang="hi-IN" sz="1600" dirty="0">
                <a:latin typeface="times" panose="02020603050405020304" pitchFamily="18" charset="0"/>
              </a:rPr>
              <a:t> </a:t>
            </a:r>
            <a:r>
              <a:rPr lang="hi-IN" sz="1600" dirty="0" err="1">
                <a:latin typeface="times" panose="02020603050405020304" pitchFamily="18" charset="0"/>
              </a:rPr>
              <a:t>of</a:t>
            </a:r>
            <a:r>
              <a:rPr lang="hi-IN" sz="1600" dirty="0">
                <a:latin typeface="times" panose="02020603050405020304" pitchFamily="18" charset="0"/>
              </a:rPr>
              <a:t> 1,000 </a:t>
            </a:r>
            <a:r>
              <a:rPr lang="hi-IN" sz="1600" dirty="0" err="1">
                <a:latin typeface="times" panose="02020603050405020304" pitchFamily="18" charset="0"/>
              </a:rPr>
              <a:t>books</a:t>
            </a:r>
            <a:r>
              <a:rPr lang="hi-IN" sz="1600" dirty="0">
                <a:latin typeface="times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F8F46E5-7852-01F6-2BFE-504E4B322F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0568" y="1071716"/>
            <a:ext cx="3839585" cy="298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3450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AEB4241-A6D5-6970-BD70-5B595A686E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913" y="796414"/>
            <a:ext cx="5485087" cy="284152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DF88B06-DDE9-5A0E-D6A4-84E8B866669D}"/>
              </a:ext>
            </a:extLst>
          </p:cNvPr>
          <p:cNvSpPr txBox="1"/>
          <p:nvPr/>
        </p:nvSpPr>
        <p:spPr>
          <a:xfrm>
            <a:off x="610913" y="4168877"/>
            <a:ext cx="56719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i-IN" sz="1800" b="1" dirty="0" err="1">
                <a:latin typeface="times" panose="02020603050405020304" pitchFamily="18" charset="0"/>
              </a:rPr>
              <a:t>Insight</a:t>
            </a:r>
            <a:r>
              <a:rPr lang="hi-IN" sz="1800" b="1" dirty="0">
                <a:latin typeface="times" panose="02020603050405020304" pitchFamily="18" charset="0"/>
              </a:rPr>
              <a:t>:</a:t>
            </a:r>
            <a:endParaRPr lang="hi-IN" sz="1800" dirty="0">
              <a:latin typeface="times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hi-IN" sz="1800" dirty="0" err="1">
                <a:latin typeface="times" panose="02020603050405020304" pitchFamily="18" charset="0"/>
              </a:rPr>
              <a:t>Shows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the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number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of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books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available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in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each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category</a:t>
            </a:r>
            <a:r>
              <a:rPr lang="hi-IN" sz="1800" dirty="0">
                <a:latin typeface="times" panose="02020603050405020304" pitchFamily="18" charset="0"/>
              </a:rPr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hi-IN" sz="1800" dirty="0" err="1">
                <a:latin typeface="times" panose="02020603050405020304" pitchFamily="18" charset="0"/>
              </a:rPr>
              <a:t>Helps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identify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categories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with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higher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and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lower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representation</a:t>
            </a:r>
            <a:r>
              <a:rPr lang="hi-IN" sz="1800" dirty="0">
                <a:latin typeface="times" panose="02020603050405020304" pitchFamily="18" charset="0"/>
              </a:rPr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hi-IN" sz="1800" dirty="0" err="1">
                <a:latin typeface="times" panose="02020603050405020304" pitchFamily="18" charset="0"/>
              </a:rPr>
              <a:t>Provides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an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understanding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of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the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category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distribution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within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the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collected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dataset</a:t>
            </a:r>
            <a:r>
              <a:rPr lang="hi-IN" sz="1800" dirty="0">
                <a:latin typeface="times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26FD78-D879-39A2-7EB2-6B9BB75CD899}"/>
              </a:ext>
            </a:extLst>
          </p:cNvPr>
          <p:cNvSpPr txBox="1"/>
          <p:nvPr/>
        </p:nvSpPr>
        <p:spPr>
          <a:xfrm>
            <a:off x="6823586" y="3982065"/>
            <a:ext cx="463099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i-IN" sz="1800" b="1" dirty="0" err="1">
                <a:latin typeface="times" panose="02020603050405020304" pitchFamily="18" charset="0"/>
              </a:rPr>
              <a:t>Insight</a:t>
            </a:r>
            <a:r>
              <a:rPr lang="hi-IN" sz="1800" b="1" dirty="0">
                <a:latin typeface="times" panose="02020603050405020304" pitchFamily="18" charset="0"/>
              </a:rPr>
              <a:t>:</a:t>
            </a:r>
            <a:endParaRPr lang="hi-IN" sz="1800" dirty="0">
              <a:latin typeface="times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hi-IN" sz="1800" dirty="0" err="1"/>
              <a:t>The</a:t>
            </a:r>
            <a:r>
              <a:rPr lang="hi-IN" sz="1800" dirty="0"/>
              <a:t> </a:t>
            </a:r>
            <a:r>
              <a:rPr lang="hi-IN" sz="1800" dirty="0" err="1"/>
              <a:t>pie</a:t>
            </a:r>
            <a:r>
              <a:rPr lang="hi-IN" sz="1800" dirty="0"/>
              <a:t> </a:t>
            </a:r>
            <a:r>
              <a:rPr lang="hi-IN" sz="1800" dirty="0" err="1"/>
              <a:t>chart</a:t>
            </a:r>
            <a:r>
              <a:rPr lang="hi-IN" sz="1800" dirty="0"/>
              <a:t> </a:t>
            </a:r>
            <a:r>
              <a:rPr lang="hi-IN" sz="1800" dirty="0" err="1"/>
              <a:t>shows</a:t>
            </a:r>
            <a:r>
              <a:rPr lang="hi-IN" sz="1800" dirty="0"/>
              <a:t> </a:t>
            </a:r>
            <a:r>
              <a:rPr lang="hi-IN" sz="1800" dirty="0" err="1"/>
              <a:t>the</a:t>
            </a:r>
            <a:r>
              <a:rPr lang="hi-IN" sz="1800" dirty="0"/>
              <a:t> </a:t>
            </a:r>
            <a:r>
              <a:rPr lang="hi-IN" sz="1800" dirty="0" err="1"/>
              <a:t>proportion</a:t>
            </a:r>
            <a:r>
              <a:rPr lang="hi-IN" sz="1800" dirty="0"/>
              <a:t> </a:t>
            </a:r>
            <a:r>
              <a:rPr lang="hi-IN" sz="1800" dirty="0" err="1"/>
              <a:t>of</a:t>
            </a:r>
            <a:r>
              <a:rPr lang="hi-IN" sz="1800" dirty="0"/>
              <a:t> </a:t>
            </a:r>
            <a:r>
              <a:rPr lang="hi-IN" sz="1800" dirty="0" err="1"/>
              <a:t>books</a:t>
            </a:r>
            <a:r>
              <a:rPr lang="hi-IN" sz="1800" dirty="0"/>
              <a:t> </a:t>
            </a:r>
            <a:r>
              <a:rPr lang="hi-IN" sz="1800" dirty="0" err="1"/>
              <a:t>that</a:t>
            </a:r>
            <a:r>
              <a:rPr lang="hi-IN" sz="1800" dirty="0"/>
              <a:t> </a:t>
            </a:r>
            <a:r>
              <a:rPr lang="hi-IN" sz="1800" dirty="0" err="1"/>
              <a:t>are</a:t>
            </a:r>
            <a:r>
              <a:rPr lang="hi-IN" sz="1800" dirty="0"/>
              <a:t> </a:t>
            </a:r>
            <a:r>
              <a:rPr lang="hi-IN" sz="1800" dirty="0" err="1"/>
              <a:t>in</a:t>
            </a:r>
            <a:r>
              <a:rPr lang="hi-IN" sz="1800" dirty="0"/>
              <a:t> </a:t>
            </a:r>
            <a:r>
              <a:rPr lang="hi-IN" sz="1800" dirty="0" err="1"/>
              <a:t>stock</a:t>
            </a:r>
            <a:r>
              <a:rPr lang="hi-IN" sz="1800" dirty="0"/>
              <a:t> </a:t>
            </a:r>
            <a:r>
              <a:rPr lang="hi-IN" sz="1800" dirty="0" err="1"/>
              <a:t>and</a:t>
            </a:r>
            <a:r>
              <a:rPr lang="hi-IN" sz="1800" dirty="0"/>
              <a:t> </a:t>
            </a:r>
            <a:r>
              <a:rPr lang="hi-IN" sz="1800" dirty="0" err="1"/>
              <a:t>out</a:t>
            </a:r>
            <a:r>
              <a:rPr lang="hi-IN" sz="1800" dirty="0"/>
              <a:t> </a:t>
            </a:r>
            <a:r>
              <a:rPr lang="hi-IN" sz="1800" dirty="0" err="1"/>
              <a:t>of</a:t>
            </a:r>
            <a:r>
              <a:rPr lang="hi-IN" sz="1800" dirty="0"/>
              <a:t> </a:t>
            </a:r>
            <a:r>
              <a:rPr lang="hi-IN" sz="1800" dirty="0" err="1"/>
              <a:t>stock</a:t>
            </a:r>
            <a:r>
              <a:rPr lang="hi-IN" sz="1800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hi-IN" sz="1800" dirty="0" err="1"/>
              <a:t>It</a:t>
            </a:r>
            <a:r>
              <a:rPr lang="hi-IN" sz="1800" dirty="0"/>
              <a:t> </a:t>
            </a:r>
            <a:r>
              <a:rPr lang="hi-IN" sz="1800" dirty="0" err="1"/>
              <a:t>helps</a:t>
            </a:r>
            <a:r>
              <a:rPr lang="hi-IN" sz="1800" dirty="0"/>
              <a:t> </a:t>
            </a:r>
            <a:r>
              <a:rPr lang="hi-IN" sz="1800" dirty="0" err="1"/>
              <a:t>understand</a:t>
            </a:r>
            <a:r>
              <a:rPr lang="hi-IN" sz="1800" dirty="0"/>
              <a:t> </a:t>
            </a:r>
            <a:r>
              <a:rPr lang="hi-IN" sz="1800" dirty="0" err="1"/>
              <a:t>the</a:t>
            </a:r>
            <a:r>
              <a:rPr lang="hi-IN" sz="1800" dirty="0"/>
              <a:t> </a:t>
            </a:r>
            <a:r>
              <a:rPr lang="hi-IN" sz="1800" dirty="0" err="1"/>
              <a:t>availability</a:t>
            </a:r>
            <a:r>
              <a:rPr lang="hi-IN" sz="1800" dirty="0"/>
              <a:t> </a:t>
            </a:r>
            <a:r>
              <a:rPr lang="hi-IN" sz="1800" dirty="0" err="1"/>
              <a:t>status</a:t>
            </a:r>
            <a:r>
              <a:rPr lang="hi-IN" sz="1800" dirty="0"/>
              <a:t> </a:t>
            </a:r>
            <a:r>
              <a:rPr lang="hi-IN" sz="1800" dirty="0" err="1"/>
              <a:t>of</a:t>
            </a:r>
            <a:r>
              <a:rPr lang="hi-IN" sz="1800" dirty="0"/>
              <a:t> </a:t>
            </a:r>
            <a:r>
              <a:rPr lang="hi-IN" sz="1800" dirty="0" err="1"/>
              <a:t>books</a:t>
            </a:r>
            <a:r>
              <a:rPr lang="hi-IN" sz="1800" dirty="0"/>
              <a:t> </a:t>
            </a:r>
            <a:r>
              <a:rPr lang="hi-IN" sz="1800" dirty="0" err="1"/>
              <a:t>in</a:t>
            </a:r>
            <a:r>
              <a:rPr lang="hi-IN" sz="1800" dirty="0"/>
              <a:t> </a:t>
            </a:r>
            <a:r>
              <a:rPr lang="hi-IN" sz="1800" dirty="0" err="1"/>
              <a:t>the</a:t>
            </a:r>
            <a:r>
              <a:rPr lang="hi-IN" sz="1800" dirty="0"/>
              <a:t> </a:t>
            </a:r>
            <a:r>
              <a:rPr lang="hi-IN" sz="1800" dirty="0" err="1"/>
              <a:t>collected</a:t>
            </a:r>
            <a:r>
              <a:rPr lang="hi-IN" sz="1800" dirty="0"/>
              <a:t> </a:t>
            </a:r>
            <a:r>
              <a:rPr lang="hi-IN" sz="1800" dirty="0" err="1"/>
              <a:t>dataset</a:t>
            </a:r>
            <a:r>
              <a:rPr lang="hi-IN" sz="1800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hi-IN" sz="1800" dirty="0" err="1"/>
              <a:t>This</a:t>
            </a:r>
            <a:r>
              <a:rPr lang="hi-IN" sz="1800" dirty="0"/>
              <a:t> </a:t>
            </a:r>
            <a:r>
              <a:rPr lang="hi-IN" sz="1800" dirty="0" err="1"/>
              <a:t>analysis</a:t>
            </a:r>
            <a:r>
              <a:rPr lang="hi-IN" sz="1800" dirty="0"/>
              <a:t> </a:t>
            </a:r>
            <a:r>
              <a:rPr lang="hi-IN" sz="1800" dirty="0" err="1"/>
              <a:t>provides</a:t>
            </a:r>
            <a:r>
              <a:rPr lang="hi-IN" sz="1800" dirty="0"/>
              <a:t> </a:t>
            </a:r>
            <a:r>
              <a:rPr lang="hi-IN" sz="1800" dirty="0" err="1"/>
              <a:t>an</a:t>
            </a:r>
            <a:r>
              <a:rPr lang="hi-IN" sz="1800" dirty="0"/>
              <a:t> </a:t>
            </a:r>
            <a:r>
              <a:rPr lang="hi-IN" sz="1800" dirty="0" err="1"/>
              <a:t>overview</a:t>
            </a:r>
            <a:r>
              <a:rPr lang="hi-IN" sz="1800" dirty="0"/>
              <a:t> </a:t>
            </a:r>
            <a:r>
              <a:rPr lang="hi-IN" sz="1800" dirty="0" err="1"/>
              <a:t>of</a:t>
            </a:r>
            <a:r>
              <a:rPr lang="hi-IN" sz="1800" dirty="0"/>
              <a:t> </a:t>
            </a:r>
            <a:r>
              <a:rPr lang="hi-IN" sz="1800" dirty="0" err="1"/>
              <a:t>book</a:t>
            </a:r>
            <a:r>
              <a:rPr lang="hi-IN" sz="1800" dirty="0"/>
              <a:t> </a:t>
            </a:r>
            <a:r>
              <a:rPr lang="hi-IN" sz="1800" dirty="0" err="1"/>
              <a:t>availability</a:t>
            </a:r>
            <a:r>
              <a:rPr lang="hi-IN" sz="1800" dirty="0"/>
              <a:t> </a:t>
            </a:r>
            <a:r>
              <a:rPr lang="hi-IN" sz="1800" dirty="0" err="1"/>
              <a:t>in</a:t>
            </a:r>
            <a:r>
              <a:rPr lang="hi-IN" sz="1800" dirty="0"/>
              <a:t> </a:t>
            </a:r>
            <a:r>
              <a:rPr lang="hi-IN" sz="1800" dirty="0" err="1"/>
              <a:t>the</a:t>
            </a:r>
            <a:r>
              <a:rPr lang="hi-IN" sz="1800" dirty="0"/>
              <a:t> </a:t>
            </a:r>
            <a:r>
              <a:rPr lang="hi-IN" sz="1800" dirty="0" err="1"/>
              <a:t>online</a:t>
            </a:r>
            <a:r>
              <a:rPr lang="hi-IN" sz="1800" dirty="0"/>
              <a:t> </a:t>
            </a:r>
            <a:r>
              <a:rPr lang="hi-IN" sz="1800" dirty="0" err="1"/>
              <a:t>catalogue</a:t>
            </a:r>
            <a:r>
              <a:rPr lang="hi-IN" sz="1800" dirty="0"/>
              <a:t> </a:t>
            </a:r>
            <a:r>
              <a:rPr lang="hi-IN" sz="1800" dirty="0" err="1"/>
              <a:t>of</a:t>
            </a:r>
            <a:r>
              <a:rPr lang="hi-IN" sz="1800" dirty="0"/>
              <a:t> 1,000 </a:t>
            </a:r>
            <a:r>
              <a:rPr lang="hi-IN" sz="1800" dirty="0" err="1"/>
              <a:t>books</a:t>
            </a:r>
            <a:r>
              <a:rPr lang="hi-IN" sz="18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854FA54-CB35-A118-B4AB-247BC96DBD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3261" y="567611"/>
            <a:ext cx="3606797" cy="3213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9276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C2087-9700-E3E5-0732-6C310F02D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4746"/>
          </a:xfrm>
        </p:spPr>
        <p:txBody>
          <a:bodyPr>
            <a:norm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2800" b="1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Bi-Variate Analysis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EF8982-7E96-102F-D48D-870AF7AB18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522" y="1686320"/>
            <a:ext cx="5883150" cy="36426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40E3900-5517-16E8-132E-666BEBD79C56}"/>
              </a:ext>
            </a:extLst>
          </p:cNvPr>
          <p:cNvSpPr txBox="1"/>
          <p:nvPr/>
        </p:nvSpPr>
        <p:spPr>
          <a:xfrm>
            <a:off x="7246374" y="1986116"/>
            <a:ext cx="430652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hi-IN" sz="1800" dirty="0" err="1"/>
              <a:t>The</a:t>
            </a:r>
            <a:r>
              <a:rPr lang="hi-IN" sz="1800" dirty="0"/>
              <a:t> </a:t>
            </a:r>
            <a:r>
              <a:rPr lang="hi-IN" sz="1800" dirty="0" err="1"/>
              <a:t>scatter</a:t>
            </a:r>
            <a:r>
              <a:rPr lang="hi-IN" sz="1800" dirty="0"/>
              <a:t> </a:t>
            </a:r>
            <a:r>
              <a:rPr lang="hi-IN" sz="1800" dirty="0" err="1"/>
              <a:t>plot</a:t>
            </a:r>
            <a:r>
              <a:rPr lang="hi-IN" sz="1800" dirty="0"/>
              <a:t> </a:t>
            </a:r>
            <a:r>
              <a:rPr lang="hi-IN" sz="1800" dirty="0" err="1"/>
              <a:t>shows</a:t>
            </a:r>
            <a:r>
              <a:rPr lang="hi-IN" sz="1800" dirty="0"/>
              <a:t> </a:t>
            </a:r>
            <a:r>
              <a:rPr lang="hi-IN" sz="1800" dirty="0" err="1"/>
              <a:t>the</a:t>
            </a:r>
            <a:r>
              <a:rPr lang="hi-IN" sz="1800" dirty="0"/>
              <a:t> </a:t>
            </a:r>
            <a:r>
              <a:rPr lang="hi-IN" sz="1800" dirty="0" err="1"/>
              <a:t>relationship</a:t>
            </a:r>
            <a:r>
              <a:rPr lang="hi-IN" sz="1800" dirty="0"/>
              <a:t> </a:t>
            </a:r>
            <a:r>
              <a:rPr lang="hi-IN" sz="1800" dirty="0" err="1"/>
              <a:t>between</a:t>
            </a:r>
            <a:r>
              <a:rPr lang="hi-IN" sz="1800" dirty="0"/>
              <a:t> </a:t>
            </a:r>
            <a:r>
              <a:rPr lang="hi-IN" sz="1800" dirty="0" err="1"/>
              <a:t>book</a:t>
            </a:r>
            <a:r>
              <a:rPr lang="hi-IN" sz="1800" dirty="0"/>
              <a:t> </a:t>
            </a:r>
            <a:r>
              <a:rPr lang="hi-IN" sz="1800" dirty="0" err="1"/>
              <a:t>prices</a:t>
            </a:r>
            <a:r>
              <a:rPr lang="hi-IN" sz="1800" dirty="0"/>
              <a:t> </a:t>
            </a:r>
            <a:r>
              <a:rPr lang="hi-IN" sz="1800" dirty="0" err="1"/>
              <a:t>and</a:t>
            </a:r>
            <a:r>
              <a:rPr lang="hi-IN" sz="1800" dirty="0"/>
              <a:t> </a:t>
            </a:r>
            <a:r>
              <a:rPr lang="hi-IN" sz="1800" dirty="0" err="1"/>
              <a:t>their</a:t>
            </a:r>
            <a:r>
              <a:rPr lang="hi-IN" sz="1800" dirty="0"/>
              <a:t> </a:t>
            </a:r>
            <a:r>
              <a:rPr lang="hi-IN" sz="1800" dirty="0" err="1"/>
              <a:t>ratings</a:t>
            </a:r>
            <a:r>
              <a:rPr lang="hi-IN" sz="1800" dirty="0"/>
              <a:t>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hi-IN" sz="1800" dirty="0" err="1"/>
              <a:t>It</a:t>
            </a:r>
            <a:r>
              <a:rPr lang="hi-IN" sz="1800" dirty="0"/>
              <a:t> </a:t>
            </a:r>
            <a:r>
              <a:rPr lang="hi-IN" sz="1800" dirty="0" err="1"/>
              <a:t>helps</a:t>
            </a:r>
            <a:r>
              <a:rPr lang="hi-IN" sz="1800" dirty="0"/>
              <a:t> </a:t>
            </a:r>
            <a:r>
              <a:rPr lang="hi-IN" sz="1800" dirty="0" err="1"/>
              <a:t>examine</a:t>
            </a:r>
            <a:r>
              <a:rPr lang="hi-IN" sz="1800" dirty="0"/>
              <a:t> </a:t>
            </a:r>
            <a:r>
              <a:rPr lang="hi-IN" sz="1800" dirty="0" err="1"/>
              <a:t>whether</a:t>
            </a:r>
            <a:r>
              <a:rPr lang="hi-IN" sz="1800" dirty="0"/>
              <a:t> </a:t>
            </a:r>
            <a:r>
              <a:rPr lang="hi-IN" sz="1800" dirty="0" err="1"/>
              <a:t>books</a:t>
            </a:r>
            <a:r>
              <a:rPr lang="hi-IN" sz="1800" dirty="0"/>
              <a:t> </a:t>
            </a:r>
            <a:r>
              <a:rPr lang="hi-IN" sz="1800" dirty="0" err="1"/>
              <a:t>with</a:t>
            </a:r>
            <a:r>
              <a:rPr lang="hi-IN" sz="1800" dirty="0"/>
              <a:t> </a:t>
            </a:r>
            <a:r>
              <a:rPr lang="hi-IN" sz="1800" dirty="0" err="1"/>
              <a:t>higher</a:t>
            </a:r>
            <a:r>
              <a:rPr lang="hi-IN" sz="1800" dirty="0"/>
              <a:t> </a:t>
            </a:r>
            <a:r>
              <a:rPr lang="hi-IN" sz="1800" dirty="0" err="1"/>
              <a:t>prices</a:t>
            </a:r>
            <a:r>
              <a:rPr lang="hi-IN" sz="1800" dirty="0"/>
              <a:t> </a:t>
            </a:r>
            <a:r>
              <a:rPr lang="hi-IN" sz="1800" dirty="0" err="1"/>
              <a:t>tend</a:t>
            </a:r>
            <a:r>
              <a:rPr lang="hi-IN" sz="1800" dirty="0"/>
              <a:t> </a:t>
            </a:r>
            <a:r>
              <a:rPr lang="hi-IN" sz="1800" dirty="0" err="1"/>
              <a:t>to</a:t>
            </a:r>
            <a:r>
              <a:rPr lang="hi-IN" sz="1800" dirty="0"/>
              <a:t> </a:t>
            </a:r>
            <a:r>
              <a:rPr lang="hi-IN" sz="1800" dirty="0" err="1"/>
              <a:t>receive</a:t>
            </a:r>
            <a:r>
              <a:rPr lang="hi-IN" sz="1800" dirty="0"/>
              <a:t> </a:t>
            </a:r>
            <a:r>
              <a:rPr lang="hi-IN" sz="1800" dirty="0" err="1"/>
              <a:t>higher</a:t>
            </a:r>
            <a:r>
              <a:rPr lang="hi-IN" sz="1800" dirty="0"/>
              <a:t> </a:t>
            </a:r>
            <a:r>
              <a:rPr lang="hi-IN" sz="1800" dirty="0" err="1"/>
              <a:t>ratings</a:t>
            </a:r>
            <a:r>
              <a:rPr lang="hi-IN" sz="1800" dirty="0"/>
              <a:t>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hi-IN" sz="1800" dirty="0" err="1"/>
              <a:t>The</a:t>
            </a:r>
            <a:r>
              <a:rPr lang="hi-IN" sz="1800" dirty="0"/>
              <a:t> </a:t>
            </a:r>
            <a:r>
              <a:rPr lang="hi-IN" sz="1800" dirty="0" err="1"/>
              <a:t>distribution</a:t>
            </a:r>
            <a:r>
              <a:rPr lang="hi-IN" sz="1800" dirty="0"/>
              <a:t> </a:t>
            </a:r>
            <a:r>
              <a:rPr lang="hi-IN" sz="1800" dirty="0" err="1"/>
              <a:t>of</a:t>
            </a:r>
            <a:r>
              <a:rPr lang="hi-IN" sz="1800" dirty="0"/>
              <a:t> </a:t>
            </a:r>
            <a:r>
              <a:rPr lang="hi-IN" sz="1800" dirty="0" err="1"/>
              <a:t>points</a:t>
            </a:r>
            <a:r>
              <a:rPr lang="hi-IN" sz="1800" dirty="0"/>
              <a:t> </a:t>
            </a:r>
            <a:r>
              <a:rPr lang="hi-IN" sz="1800" dirty="0" err="1"/>
              <a:t>reveals</a:t>
            </a:r>
            <a:r>
              <a:rPr lang="hi-IN" sz="1800" dirty="0"/>
              <a:t> </a:t>
            </a:r>
            <a:r>
              <a:rPr lang="hi-IN" sz="1800" dirty="0" err="1"/>
              <a:t>variations</a:t>
            </a:r>
            <a:r>
              <a:rPr lang="hi-IN" sz="1800" dirty="0"/>
              <a:t> </a:t>
            </a:r>
            <a:r>
              <a:rPr lang="hi-IN" sz="1800" dirty="0" err="1"/>
              <a:t>in</a:t>
            </a:r>
            <a:r>
              <a:rPr lang="hi-IN" sz="1800" dirty="0"/>
              <a:t> </a:t>
            </a:r>
            <a:r>
              <a:rPr lang="hi-IN" sz="1800" dirty="0" err="1"/>
              <a:t>book</a:t>
            </a:r>
            <a:r>
              <a:rPr lang="hi-IN" sz="1800" dirty="0"/>
              <a:t> </a:t>
            </a:r>
            <a:r>
              <a:rPr lang="hi-IN" sz="1800" dirty="0" err="1"/>
              <a:t>prices</a:t>
            </a:r>
            <a:r>
              <a:rPr lang="hi-IN" sz="1800" dirty="0"/>
              <a:t> </a:t>
            </a:r>
            <a:r>
              <a:rPr lang="hi-IN" sz="1800" dirty="0" err="1"/>
              <a:t>across</a:t>
            </a:r>
            <a:r>
              <a:rPr lang="hi-IN" sz="1800" dirty="0"/>
              <a:t> </a:t>
            </a:r>
            <a:r>
              <a:rPr lang="hi-IN" sz="1800" dirty="0" err="1"/>
              <a:t>different</a:t>
            </a:r>
            <a:r>
              <a:rPr lang="hi-IN" sz="1800" dirty="0"/>
              <a:t> </a:t>
            </a:r>
            <a:r>
              <a:rPr lang="hi-IN" sz="1800" dirty="0" err="1"/>
              <a:t>rating</a:t>
            </a:r>
            <a:r>
              <a:rPr lang="hi-IN" sz="1800" dirty="0"/>
              <a:t> </a:t>
            </a:r>
            <a:r>
              <a:rPr lang="hi-IN" sz="1800" dirty="0" err="1"/>
              <a:t>levels</a:t>
            </a:r>
            <a:endParaRPr lang="hi-IN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5557373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0C7BDD-56DF-1C51-DF8C-C7122085B3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691" y="1752450"/>
            <a:ext cx="6731456" cy="33530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1522E5F-F2A0-B287-D3CA-EB0EC1EA6395}"/>
              </a:ext>
            </a:extLst>
          </p:cNvPr>
          <p:cNvSpPr txBox="1"/>
          <p:nvPr/>
        </p:nvSpPr>
        <p:spPr>
          <a:xfrm rot="10800000" flipH="1" flipV="1">
            <a:off x="7728155" y="2012412"/>
            <a:ext cx="398315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hi-IN" sz="1800" dirty="0" err="1"/>
              <a:t>The</a:t>
            </a:r>
            <a:r>
              <a:rPr lang="hi-IN" sz="1800" dirty="0"/>
              <a:t> </a:t>
            </a:r>
            <a:r>
              <a:rPr lang="hi-IN" sz="1800" dirty="0" err="1"/>
              <a:t>box</a:t>
            </a:r>
            <a:r>
              <a:rPr lang="hi-IN" sz="1800" dirty="0"/>
              <a:t> </a:t>
            </a:r>
            <a:r>
              <a:rPr lang="hi-IN" sz="1800" dirty="0" err="1"/>
              <a:t>plot</a:t>
            </a:r>
            <a:r>
              <a:rPr lang="hi-IN" sz="1800" dirty="0"/>
              <a:t> </a:t>
            </a:r>
            <a:r>
              <a:rPr lang="hi-IN" sz="1800" dirty="0" err="1"/>
              <a:t>compares</a:t>
            </a:r>
            <a:r>
              <a:rPr lang="hi-IN" sz="1800" dirty="0"/>
              <a:t> </a:t>
            </a:r>
            <a:r>
              <a:rPr lang="hi-IN" sz="1800" dirty="0" err="1"/>
              <a:t>the</a:t>
            </a:r>
            <a:r>
              <a:rPr lang="hi-IN" sz="1800" dirty="0"/>
              <a:t> </a:t>
            </a:r>
            <a:r>
              <a:rPr lang="hi-IN" sz="1800" dirty="0" err="1"/>
              <a:t>price</a:t>
            </a:r>
            <a:r>
              <a:rPr lang="hi-IN" sz="1800" dirty="0"/>
              <a:t> </a:t>
            </a:r>
            <a:r>
              <a:rPr lang="hi-IN" sz="1800" dirty="0" err="1"/>
              <a:t>distribution</a:t>
            </a:r>
            <a:r>
              <a:rPr lang="hi-IN" sz="1800" dirty="0"/>
              <a:t> </a:t>
            </a:r>
            <a:r>
              <a:rPr lang="hi-IN" sz="1800" dirty="0" err="1"/>
              <a:t>of</a:t>
            </a:r>
            <a:r>
              <a:rPr lang="hi-IN" sz="1800" dirty="0"/>
              <a:t> </a:t>
            </a:r>
            <a:r>
              <a:rPr lang="hi-IN" sz="1800" dirty="0" err="1"/>
              <a:t>books</a:t>
            </a:r>
            <a:r>
              <a:rPr lang="hi-IN" sz="1800" dirty="0"/>
              <a:t> </a:t>
            </a:r>
            <a:r>
              <a:rPr lang="hi-IN" sz="1800" dirty="0" err="1"/>
              <a:t>across</a:t>
            </a:r>
            <a:r>
              <a:rPr lang="hi-IN" sz="1800" dirty="0"/>
              <a:t> </a:t>
            </a:r>
            <a:r>
              <a:rPr lang="hi-IN" sz="1800" dirty="0" err="1"/>
              <a:t>different</a:t>
            </a:r>
            <a:r>
              <a:rPr lang="hi-IN" sz="1800" dirty="0"/>
              <a:t> </a:t>
            </a:r>
            <a:r>
              <a:rPr lang="hi-IN" sz="1800" dirty="0" err="1"/>
              <a:t>categories</a:t>
            </a:r>
            <a:r>
              <a:rPr lang="hi-IN" sz="1800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hi-IN" sz="1800" dirty="0" err="1"/>
              <a:t>It</a:t>
            </a:r>
            <a:r>
              <a:rPr lang="hi-IN" sz="1800" dirty="0"/>
              <a:t> </a:t>
            </a:r>
            <a:r>
              <a:rPr lang="hi-IN" sz="1800" dirty="0" err="1"/>
              <a:t>helps</a:t>
            </a:r>
            <a:r>
              <a:rPr lang="hi-IN" sz="1800" dirty="0"/>
              <a:t> </a:t>
            </a:r>
            <a:r>
              <a:rPr lang="hi-IN" sz="1800" dirty="0" err="1"/>
              <a:t>identify</a:t>
            </a:r>
            <a:r>
              <a:rPr lang="hi-IN" sz="1800" dirty="0"/>
              <a:t> </a:t>
            </a:r>
            <a:r>
              <a:rPr lang="hi-IN" sz="1800" dirty="0" err="1"/>
              <a:t>categories</a:t>
            </a:r>
            <a:r>
              <a:rPr lang="hi-IN" sz="1800" dirty="0"/>
              <a:t> </a:t>
            </a:r>
            <a:r>
              <a:rPr lang="hi-IN" sz="1800" dirty="0" err="1"/>
              <a:t>with</a:t>
            </a:r>
            <a:r>
              <a:rPr lang="hi-IN" sz="1800" dirty="0"/>
              <a:t> </a:t>
            </a:r>
            <a:r>
              <a:rPr lang="hi-IN" sz="1800" dirty="0" err="1"/>
              <a:t>higher</a:t>
            </a:r>
            <a:r>
              <a:rPr lang="hi-IN" sz="1800" dirty="0"/>
              <a:t> </a:t>
            </a:r>
            <a:r>
              <a:rPr lang="hi-IN" sz="1800" dirty="0" err="1"/>
              <a:t>or</a:t>
            </a:r>
            <a:r>
              <a:rPr lang="hi-IN" sz="1800" dirty="0"/>
              <a:t> </a:t>
            </a:r>
            <a:r>
              <a:rPr lang="hi-IN" sz="1800" dirty="0" err="1"/>
              <a:t>lower</a:t>
            </a:r>
            <a:r>
              <a:rPr lang="hi-IN" sz="1800" dirty="0"/>
              <a:t> </a:t>
            </a:r>
            <a:r>
              <a:rPr lang="hi-IN" sz="1800" dirty="0" err="1"/>
              <a:t>price</a:t>
            </a:r>
            <a:r>
              <a:rPr lang="hi-IN" sz="1800" dirty="0"/>
              <a:t> </a:t>
            </a:r>
            <a:r>
              <a:rPr lang="hi-IN" sz="1800" dirty="0" err="1"/>
              <a:t>ranges</a:t>
            </a:r>
            <a:r>
              <a:rPr lang="hi-IN" sz="1800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hi-IN" sz="1800" dirty="0" err="1"/>
              <a:t>The</a:t>
            </a:r>
            <a:r>
              <a:rPr lang="hi-IN" sz="1800" dirty="0"/>
              <a:t> </a:t>
            </a:r>
            <a:r>
              <a:rPr lang="hi-IN" sz="1800" dirty="0" err="1"/>
              <a:t>plot</a:t>
            </a:r>
            <a:r>
              <a:rPr lang="hi-IN" sz="1800" dirty="0"/>
              <a:t> </a:t>
            </a:r>
            <a:r>
              <a:rPr lang="hi-IN" sz="1800" dirty="0" err="1"/>
              <a:t>highlights</a:t>
            </a:r>
            <a:r>
              <a:rPr lang="hi-IN" sz="1800" dirty="0"/>
              <a:t> </a:t>
            </a:r>
            <a:r>
              <a:rPr lang="hi-IN" sz="1800" dirty="0" err="1"/>
              <a:t>variations</a:t>
            </a:r>
            <a:r>
              <a:rPr lang="hi-IN" sz="1800" dirty="0"/>
              <a:t> </a:t>
            </a:r>
            <a:r>
              <a:rPr lang="hi-IN" sz="1800" dirty="0" err="1"/>
              <a:t>in</a:t>
            </a:r>
            <a:r>
              <a:rPr lang="hi-IN" sz="1800" dirty="0"/>
              <a:t> </a:t>
            </a:r>
            <a:r>
              <a:rPr lang="hi-IN" sz="1800" dirty="0" err="1"/>
              <a:t>book</a:t>
            </a:r>
            <a:r>
              <a:rPr lang="hi-IN" sz="1800" dirty="0"/>
              <a:t> </a:t>
            </a:r>
            <a:r>
              <a:rPr lang="hi-IN" sz="1800" dirty="0" err="1"/>
              <a:t>prices</a:t>
            </a:r>
            <a:r>
              <a:rPr lang="hi-IN" sz="1800" dirty="0"/>
              <a:t> </a:t>
            </a:r>
            <a:r>
              <a:rPr lang="hi-IN" sz="1800" dirty="0" err="1"/>
              <a:t>and</a:t>
            </a:r>
            <a:r>
              <a:rPr lang="hi-IN" sz="1800" dirty="0"/>
              <a:t> </a:t>
            </a:r>
            <a:r>
              <a:rPr lang="hi-IN" sz="1800" dirty="0" err="1"/>
              <a:t>identifies</a:t>
            </a:r>
            <a:r>
              <a:rPr lang="hi-IN" sz="1800" dirty="0"/>
              <a:t> </a:t>
            </a:r>
            <a:r>
              <a:rPr lang="hi-IN" sz="1800" dirty="0" err="1"/>
              <a:t>potential</a:t>
            </a:r>
            <a:r>
              <a:rPr lang="hi-IN" sz="1800" dirty="0"/>
              <a:t> </a:t>
            </a:r>
            <a:r>
              <a:rPr lang="hi-IN" sz="1800" dirty="0" err="1"/>
              <a:t>price</a:t>
            </a:r>
            <a:r>
              <a:rPr lang="hi-IN" sz="1800" dirty="0"/>
              <a:t> </a:t>
            </a:r>
            <a:r>
              <a:rPr lang="hi-IN" sz="1800" dirty="0" err="1"/>
              <a:t>outliers</a:t>
            </a:r>
            <a:r>
              <a:rPr lang="hi-IN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991765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A84C5-7014-2512-42EA-C8470D8FE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6020" y="394622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Hypothesis testing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A60169-22B3-BC43-13A5-037E20BE29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just"/>
            <a:r>
              <a:rPr lang="hi-IN" sz="1800" b="1" dirty="0" err="1">
                <a:latin typeface="times" panose="02020603050405020304" pitchFamily="18" charset="0"/>
              </a:rPr>
              <a:t>Objective</a:t>
            </a:r>
            <a:r>
              <a:rPr lang="hi-IN" sz="1800" b="1" dirty="0">
                <a:latin typeface="times" panose="02020603050405020304" pitchFamily="18" charset="0"/>
              </a:rPr>
              <a:t>: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To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determine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whether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the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average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rating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of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books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differs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significantly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from</a:t>
            </a:r>
            <a:r>
              <a:rPr lang="hi-IN" sz="1800" dirty="0">
                <a:latin typeface="times" panose="02020603050405020304" pitchFamily="18" charset="0"/>
              </a:rPr>
              <a:t> 4.0.</a:t>
            </a:r>
          </a:p>
          <a:p>
            <a:pPr algn="just"/>
            <a:r>
              <a:rPr lang="hi-IN" sz="1800" b="1" dirty="0" err="1">
                <a:latin typeface="times" panose="02020603050405020304" pitchFamily="18" charset="0"/>
              </a:rPr>
              <a:t>Null</a:t>
            </a:r>
            <a:r>
              <a:rPr lang="hi-IN" sz="1800" b="1" dirty="0">
                <a:latin typeface="times" panose="02020603050405020304" pitchFamily="18" charset="0"/>
              </a:rPr>
              <a:t> </a:t>
            </a:r>
            <a:r>
              <a:rPr lang="hi-IN" sz="1800" b="1" dirty="0" err="1">
                <a:latin typeface="times" panose="02020603050405020304" pitchFamily="18" charset="0"/>
              </a:rPr>
              <a:t>Hypothesis</a:t>
            </a:r>
            <a:r>
              <a:rPr lang="hi-IN" sz="1800" b="1" dirty="0">
                <a:latin typeface="times" panose="02020603050405020304" pitchFamily="18" charset="0"/>
              </a:rPr>
              <a:t> (H₀):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The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average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book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rating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is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equal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to</a:t>
            </a:r>
            <a:r>
              <a:rPr lang="hi-IN" sz="1800" dirty="0">
                <a:latin typeface="times" panose="02020603050405020304" pitchFamily="18" charset="0"/>
              </a:rPr>
              <a:t> 4.0.</a:t>
            </a:r>
          </a:p>
          <a:p>
            <a:pPr algn="just"/>
            <a:r>
              <a:rPr lang="hi-IN" sz="1800" b="1" dirty="0" err="1">
                <a:latin typeface="times" panose="02020603050405020304" pitchFamily="18" charset="0"/>
              </a:rPr>
              <a:t>Alternative</a:t>
            </a:r>
            <a:r>
              <a:rPr lang="hi-IN" sz="1800" b="1" dirty="0">
                <a:latin typeface="times" panose="02020603050405020304" pitchFamily="18" charset="0"/>
              </a:rPr>
              <a:t> </a:t>
            </a:r>
            <a:r>
              <a:rPr lang="hi-IN" sz="1800" b="1" dirty="0" err="1">
                <a:latin typeface="times" panose="02020603050405020304" pitchFamily="18" charset="0"/>
              </a:rPr>
              <a:t>Hypothesis</a:t>
            </a:r>
            <a:r>
              <a:rPr lang="hi-IN" sz="1800" b="1" dirty="0">
                <a:latin typeface="times" panose="02020603050405020304" pitchFamily="18" charset="0"/>
              </a:rPr>
              <a:t> (H₁):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The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average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book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rating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is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not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equal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to</a:t>
            </a:r>
            <a:r>
              <a:rPr lang="hi-IN" sz="1800" dirty="0">
                <a:latin typeface="times" panose="02020603050405020304" pitchFamily="18" charset="0"/>
              </a:rPr>
              <a:t> 4.0.</a:t>
            </a:r>
          </a:p>
          <a:p>
            <a:pPr algn="just"/>
            <a:r>
              <a:rPr lang="hi-IN" sz="1800" b="1" dirty="0" err="1">
                <a:latin typeface="times" panose="02020603050405020304" pitchFamily="18" charset="0"/>
              </a:rPr>
              <a:t>Test</a:t>
            </a:r>
            <a:r>
              <a:rPr lang="hi-IN" sz="1800" b="1" dirty="0">
                <a:latin typeface="times" panose="02020603050405020304" pitchFamily="18" charset="0"/>
              </a:rPr>
              <a:t> </a:t>
            </a:r>
            <a:r>
              <a:rPr lang="hi-IN" sz="1800" b="1" dirty="0" err="1">
                <a:latin typeface="times" panose="02020603050405020304" pitchFamily="18" charset="0"/>
              </a:rPr>
              <a:t>Used</a:t>
            </a:r>
            <a:r>
              <a:rPr lang="hi-IN" sz="1800" b="1" dirty="0">
                <a:latin typeface="times" panose="02020603050405020304" pitchFamily="18" charset="0"/>
              </a:rPr>
              <a:t>: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Two-tailed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one-sample</a:t>
            </a:r>
            <a:r>
              <a:rPr lang="hi-IN" sz="1800" dirty="0">
                <a:latin typeface="times" panose="02020603050405020304" pitchFamily="18" charset="0"/>
              </a:rPr>
              <a:t> t-</a:t>
            </a:r>
            <a:r>
              <a:rPr lang="hi-IN" sz="1800" dirty="0" err="1">
                <a:latin typeface="times" panose="02020603050405020304" pitchFamily="18" charset="0"/>
              </a:rPr>
              <a:t>test</a:t>
            </a:r>
            <a:endParaRPr lang="hi-IN" sz="1800" dirty="0">
              <a:latin typeface="times" panose="02020603050405020304" pitchFamily="18" charset="0"/>
            </a:endParaRPr>
          </a:p>
          <a:p>
            <a:pPr algn="just"/>
            <a:r>
              <a:rPr lang="hi-IN" sz="1800" b="1" dirty="0" err="1">
                <a:latin typeface="times" panose="02020603050405020304" pitchFamily="18" charset="0"/>
              </a:rPr>
              <a:t>Significance</a:t>
            </a:r>
            <a:r>
              <a:rPr lang="hi-IN" sz="1800" b="1" dirty="0">
                <a:latin typeface="times" panose="02020603050405020304" pitchFamily="18" charset="0"/>
              </a:rPr>
              <a:t> </a:t>
            </a:r>
            <a:r>
              <a:rPr lang="hi-IN" sz="1800" b="1" dirty="0" err="1">
                <a:latin typeface="times" panose="02020603050405020304" pitchFamily="18" charset="0"/>
              </a:rPr>
              <a:t>Level</a:t>
            </a:r>
            <a:r>
              <a:rPr lang="hi-IN" sz="1800" b="1" dirty="0">
                <a:latin typeface="times" panose="02020603050405020304" pitchFamily="18" charset="0"/>
              </a:rPr>
              <a:t>:</a:t>
            </a:r>
            <a:r>
              <a:rPr lang="hi-IN" sz="1800" dirty="0">
                <a:latin typeface="times" panose="02020603050405020304" pitchFamily="18" charset="0"/>
              </a:rPr>
              <a:t> 5% (α = 0.05)</a:t>
            </a:r>
          </a:p>
          <a:p>
            <a:pPr algn="just"/>
            <a:r>
              <a:rPr lang="hi-IN" sz="1800" b="1" dirty="0" err="1">
                <a:latin typeface="times" panose="02020603050405020304" pitchFamily="18" charset="0"/>
              </a:rPr>
              <a:t>Decision</a:t>
            </a:r>
            <a:r>
              <a:rPr lang="hi-IN" sz="1800" b="1" dirty="0">
                <a:latin typeface="times" panose="02020603050405020304" pitchFamily="18" charset="0"/>
              </a:rPr>
              <a:t> </a:t>
            </a:r>
            <a:r>
              <a:rPr lang="hi-IN" sz="1800" b="1" dirty="0" err="1">
                <a:latin typeface="times" panose="02020603050405020304" pitchFamily="18" charset="0"/>
              </a:rPr>
              <a:t>Rule</a:t>
            </a:r>
            <a:r>
              <a:rPr lang="hi-IN" sz="1800" b="1" dirty="0">
                <a:latin typeface="times" panose="02020603050405020304" pitchFamily="18" charset="0"/>
              </a:rPr>
              <a:t>:</a:t>
            </a:r>
            <a:endParaRPr lang="hi-IN" sz="1800" dirty="0">
              <a:latin typeface="times" panose="02020603050405020304" pitchFamily="18" charset="0"/>
            </a:endParaRPr>
          </a:p>
          <a:p>
            <a:pPr lvl="0" algn="just"/>
            <a:r>
              <a:rPr lang="hi-IN" sz="1800" dirty="0" err="1">
                <a:latin typeface="times" panose="02020603050405020304" pitchFamily="18" charset="0"/>
              </a:rPr>
              <a:t>If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the</a:t>
            </a:r>
            <a:r>
              <a:rPr lang="hi-IN" sz="1800" dirty="0">
                <a:latin typeface="times" panose="02020603050405020304" pitchFamily="18" charset="0"/>
              </a:rPr>
              <a:t> p-</a:t>
            </a:r>
            <a:r>
              <a:rPr lang="hi-IN" sz="1800" dirty="0" err="1">
                <a:latin typeface="times" panose="02020603050405020304" pitchFamily="18" charset="0"/>
              </a:rPr>
              <a:t>value</a:t>
            </a:r>
            <a:r>
              <a:rPr lang="hi-IN" sz="1800" dirty="0">
                <a:latin typeface="times" panose="02020603050405020304" pitchFamily="18" charset="0"/>
              </a:rPr>
              <a:t> &lt; 0.05, </a:t>
            </a:r>
            <a:r>
              <a:rPr lang="hi-IN" sz="1800" dirty="0" err="1">
                <a:latin typeface="times" panose="02020603050405020304" pitchFamily="18" charset="0"/>
              </a:rPr>
              <a:t>reject</a:t>
            </a:r>
            <a:r>
              <a:rPr lang="hi-IN" sz="1800" dirty="0">
                <a:latin typeface="times" panose="02020603050405020304" pitchFamily="18" charset="0"/>
              </a:rPr>
              <a:t> H₀.</a:t>
            </a:r>
          </a:p>
          <a:p>
            <a:pPr lvl="0" algn="just"/>
            <a:r>
              <a:rPr lang="hi-IN" sz="1800" dirty="0" err="1">
                <a:latin typeface="times" panose="02020603050405020304" pitchFamily="18" charset="0"/>
              </a:rPr>
              <a:t>If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the</a:t>
            </a:r>
            <a:r>
              <a:rPr lang="hi-IN" sz="1800" dirty="0">
                <a:latin typeface="times" panose="02020603050405020304" pitchFamily="18" charset="0"/>
              </a:rPr>
              <a:t> p-</a:t>
            </a:r>
            <a:r>
              <a:rPr lang="hi-IN" sz="1800" dirty="0" err="1">
                <a:latin typeface="times" panose="02020603050405020304" pitchFamily="18" charset="0"/>
              </a:rPr>
              <a:t>value</a:t>
            </a:r>
            <a:r>
              <a:rPr lang="hi-IN" sz="1800" dirty="0">
                <a:latin typeface="times" panose="02020603050405020304" pitchFamily="18" charset="0"/>
              </a:rPr>
              <a:t> ≥ 0.05, </a:t>
            </a:r>
            <a:r>
              <a:rPr lang="hi-IN" sz="1800" dirty="0" err="1">
                <a:latin typeface="times" panose="02020603050405020304" pitchFamily="18" charset="0"/>
              </a:rPr>
              <a:t>fail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to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reject</a:t>
            </a:r>
            <a:r>
              <a:rPr lang="hi-IN" sz="1800" dirty="0">
                <a:latin typeface="times" panose="02020603050405020304" pitchFamily="18" charset="0"/>
              </a:rPr>
              <a:t> H₀.</a:t>
            </a:r>
          </a:p>
          <a:p>
            <a:pPr algn="just"/>
            <a:r>
              <a:rPr lang="hi-IN" sz="1800" b="1" dirty="0" err="1">
                <a:latin typeface="times" panose="02020603050405020304" pitchFamily="18" charset="0"/>
              </a:rPr>
              <a:t>Conclusion</a:t>
            </a:r>
            <a:r>
              <a:rPr lang="hi-IN" sz="1800" b="1" dirty="0">
                <a:latin typeface="times" panose="02020603050405020304" pitchFamily="18" charset="0"/>
              </a:rPr>
              <a:t>: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The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decision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will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be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based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on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the</a:t>
            </a:r>
            <a:r>
              <a:rPr lang="hi-IN" sz="1800" dirty="0">
                <a:latin typeface="times" panose="02020603050405020304" pitchFamily="18" charset="0"/>
              </a:rPr>
              <a:t> p-</a:t>
            </a:r>
            <a:r>
              <a:rPr lang="hi-IN" sz="1800" dirty="0" err="1">
                <a:latin typeface="times" panose="02020603050405020304" pitchFamily="18" charset="0"/>
              </a:rPr>
              <a:t>value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calculated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from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the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actual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book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ratings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in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the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dataset</a:t>
            </a:r>
            <a:r>
              <a:rPr lang="hi-IN" sz="1800" dirty="0">
                <a:latin typeface="times" panose="02020603050405020304" pitchFamily="18" charset="0"/>
              </a:rPr>
              <a:t>.</a:t>
            </a:r>
          </a:p>
          <a:p>
            <a:pPr algn="just"/>
            <a:endParaRPr lang="en-IN" sz="18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59693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7795E-2B2D-1BA4-C31E-DCEE6519B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2800" b="1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Multivariate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BDCD3F-C241-19BD-08A4-696DEDEBAF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157" y="1574089"/>
            <a:ext cx="4884843" cy="41227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5F010B-E3B8-ACB7-B628-616FDFDA37D9}"/>
              </a:ext>
            </a:extLst>
          </p:cNvPr>
          <p:cNvSpPr txBox="1"/>
          <p:nvPr/>
        </p:nvSpPr>
        <p:spPr>
          <a:xfrm>
            <a:off x="6656439" y="2133600"/>
            <a:ext cx="488484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i-IN" sz="1800" b="1" dirty="0" err="1">
                <a:latin typeface="times" panose="02020603050405020304" pitchFamily="18" charset="0"/>
              </a:rPr>
              <a:t>Insight</a:t>
            </a:r>
            <a:r>
              <a:rPr lang="hi-IN" sz="1800" b="1" dirty="0">
                <a:latin typeface="times" panose="02020603050405020304" pitchFamily="18" charset="0"/>
              </a:rPr>
              <a:t>:</a:t>
            </a:r>
          </a:p>
          <a:p>
            <a:endParaRPr lang="hi-IN" sz="1800" dirty="0">
              <a:latin typeface="times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hi-IN" sz="1800" dirty="0" err="1">
                <a:latin typeface="times" panose="02020603050405020304" pitchFamily="18" charset="0"/>
              </a:rPr>
              <a:t>Shows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the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correlation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between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the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numerical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variables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b="1" dirty="0" err="1">
                <a:latin typeface="times" panose="02020603050405020304" pitchFamily="18" charset="0"/>
              </a:rPr>
              <a:t>Price</a:t>
            </a:r>
            <a:r>
              <a:rPr lang="hi-IN" sz="1800" b="1" dirty="0">
                <a:latin typeface="times" panose="02020603050405020304" pitchFamily="18" charset="0"/>
              </a:rPr>
              <a:t> </a:t>
            </a:r>
            <a:r>
              <a:rPr lang="hi-IN" sz="1800" b="1" dirty="0" err="1">
                <a:latin typeface="times" panose="02020603050405020304" pitchFamily="18" charset="0"/>
              </a:rPr>
              <a:t>and</a:t>
            </a:r>
            <a:r>
              <a:rPr lang="hi-IN" sz="1800" b="1" dirty="0">
                <a:latin typeface="times" panose="02020603050405020304" pitchFamily="18" charset="0"/>
              </a:rPr>
              <a:t> </a:t>
            </a:r>
            <a:r>
              <a:rPr lang="hi-IN" sz="1800" b="1" dirty="0" err="1">
                <a:latin typeface="times" panose="02020603050405020304" pitchFamily="18" charset="0"/>
              </a:rPr>
              <a:t>Rating</a:t>
            </a:r>
            <a:r>
              <a:rPr lang="hi-IN" sz="1800" dirty="0">
                <a:latin typeface="times" panose="02020603050405020304" pitchFamily="18" charset="0"/>
              </a:rPr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hi-IN" sz="1800" dirty="0" err="1">
                <a:latin typeface="times" panose="02020603050405020304" pitchFamily="18" charset="0"/>
              </a:rPr>
              <a:t>Helps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understand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the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b="1" dirty="0" err="1">
                <a:latin typeface="times" panose="02020603050405020304" pitchFamily="18" charset="0"/>
              </a:rPr>
              <a:t>strength</a:t>
            </a:r>
            <a:r>
              <a:rPr lang="hi-IN" sz="1800" b="1" dirty="0">
                <a:latin typeface="times" panose="02020603050405020304" pitchFamily="18" charset="0"/>
              </a:rPr>
              <a:t> </a:t>
            </a:r>
            <a:r>
              <a:rPr lang="hi-IN" sz="1800" b="1" dirty="0" err="1">
                <a:latin typeface="times" panose="02020603050405020304" pitchFamily="18" charset="0"/>
              </a:rPr>
              <a:t>and</a:t>
            </a:r>
            <a:r>
              <a:rPr lang="hi-IN" sz="1800" b="1" dirty="0">
                <a:latin typeface="times" panose="02020603050405020304" pitchFamily="18" charset="0"/>
              </a:rPr>
              <a:t> </a:t>
            </a:r>
            <a:r>
              <a:rPr lang="hi-IN" sz="1800" b="1" dirty="0" err="1">
                <a:latin typeface="times" panose="02020603050405020304" pitchFamily="18" charset="0"/>
              </a:rPr>
              <a:t>direction</a:t>
            </a:r>
            <a:r>
              <a:rPr lang="hi-IN" sz="1800" b="1" dirty="0">
                <a:latin typeface="times" panose="02020603050405020304" pitchFamily="18" charset="0"/>
              </a:rPr>
              <a:t> </a:t>
            </a:r>
            <a:r>
              <a:rPr lang="hi-IN" sz="1800" b="1" dirty="0" err="1">
                <a:latin typeface="times" panose="02020603050405020304" pitchFamily="18" charset="0"/>
              </a:rPr>
              <a:t>of</a:t>
            </a:r>
            <a:r>
              <a:rPr lang="hi-IN" sz="1800" b="1" dirty="0">
                <a:latin typeface="times" panose="02020603050405020304" pitchFamily="18" charset="0"/>
              </a:rPr>
              <a:t> </a:t>
            </a:r>
            <a:r>
              <a:rPr lang="hi-IN" sz="1800" b="1" dirty="0" err="1">
                <a:latin typeface="times" panose="02020603050405020304" pitchFamily="18" charset="0"/>
              </a:rPr>
              <a:t>the</a:t>
            </a:r>
            <a:r>
              <a:rPr lang="hi-IN" sz="1800" b="1" dirty="0">
                <a:latin typeface="times" panose="02020603050405020304" pitchFamily="18" charset="0"/>
              </a:rPr>
              <a:t> </a:t>
            </a:r>
            <a:r>
              <a:rPr lang="hi-IN" sz="1800" b="1" dirty="0" err="1">
                <a:latin typeface="times" panose="02020603050405020304" pitchFamily="18" charset="0"/>
              </a:rPr>
              <a:t>relationship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between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price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and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rating</a:t>
            </a:r>
            <a:r>
              <a:rPr lang="hi-IN" sz="1800" dirty="0">
                <a:latin typeface="times" panose="02020603050405020304" pitchFamily="18" charset="0"/>
              </a:rPr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hi-IN" sz="1800" dirty="0">
                <a:latin typeface="times" panose="02020603050405020304" pitchFamily="18" charset="0"/>
              </a:rPr>
              <a:t>A </a:t>
            </a:r>
            <a:r>
              <a:rPr lang="hi-IN" sz="1800" dirty="0" err="1">
                <a:latin typeface="times" panose="02020603050405020304" pitchFamily="18" charset="0"/>
              </a:rPr>
              <a:t>value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closer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to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b="1" dirty="0">
                <a:latin typeface="times" panose="02020603050405020304" pitchFamily="18" charset="0"/>
              </a:rPr>
              <a:t>+1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indicates</a:t>
            </a:r>
            <a:r>
              <a:rPr lang="hi-IN" sz="1800" dirty="0">
                <a:latin typeface="times" panose="02020603050405020304" pitchFamily="18" charset="0"/>
              </a:rPr>
              <a:t> a </a:t>
            </a:r>
            <a:r>
              <a:rPr lang="hi-IN" sz="1800" dirty="0" err="1">
                <a:latin typeface="times" panose="02020603050405020304" pitchFamily="18" charset="0"/>
              </a:rPr>
              <a:t>strong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positive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relationship</a:t>
            </a:r>
            <a:r>
              <a:rPr lang="hi-IN" sz="1800" dirty="0">
                <a:latin typeface="times" panose="02020603050405020304" pitchFamily="18" charset="0"/>
              </a:rPr>
              <a:t>, </a:t>
            </a:r>
            <a:r>
              <a:rPr lang="hi-IN" sz="1800" dirty="0" err="1">
                <a:latin typeface="times" panose="02020603050405020304" pitchFamily="18" charset="0"/>
              </a:rPr>
              <a:t>while</a:t>
            </a:r>
            <a:r>
              <a:rPr lang="hi-IN" sz="1800" dirty="0">
                <a:latin typeface="times" panose="02020603050405020304" pitchFamily="18" charset="0"/>
              </a:rPr>
              <a:t> a </a:t>
            </a:r>
            <a:r>
              <a:rPr lang="hi-IN" sz="1800" dirty="0" err="1">
                <a:latin typeface="times" panose="02020603050405020304" pitchFamily="18" charset="0"/>
              </a:rPr>
              <a:t>value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closer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to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b="1" dirty="0">
                <a:latin typeface="times" panose="02020603050405020304" pitchFamily="18" charset="0"/>
              </a:rPr>
              <a:t>-1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indicates</a:t>
            </a:r>
            <a:r>
              <a:rPr lang="hi-IN" sz="1800" dirty="0">
                <a:latin typeface="times" panose="02020603050405020304" pitchFamily="18" charset="0"/>
              </a:rPr>
              <a:t> a </a:t>
            </a:r>
            <a:r>
              <a:rPr lang="hi-IN" sz="1800" dirty="0" err="1">
                <a:latin typeface="times" panose="02020603050405020304" pitchFamily="18" charset="0"/>
              </a:rPr>
              <a:t>strong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negative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relationship</a:t>
            </a:r>
            <a:r>
              <a:rPr lang="hi-IN" sz="1800" dirty="0">
                <a:latin typeface="times" panose="02020603050405020304" pitchFamily="18" charset="0"/>
              </a:rPr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hi-IN" sz="1800" dirty="0">
                <a:latin typeface="times" panose="02020603050405020304" pitchFamily="18" charset="0"/>
              </a:rPr>
              <a:t>A </a:t>
            </a:r>
            <a:r>
              <a:rPr lang="hi-IN" sz="1800" dirty="0" err="1">
                <a:latin typeface="times" panose="02020603050405020304" pitchFamily="18" charset="0"/>
              </a:rPr>
              <a:t>value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close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to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b="1" dirty="0">
                <a:latin typeface="times" panose="02020603050405020304" pitchFamily="18" charset="0"/>
              </a:rPr>
              <a:t>0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indicates</a:t>
            </a:r>
            <a:r>
              <a:rPr lang="hi-IN" sz="1800" dirty="0">
                <a:latin typeface="times" panose="02020603050405020304" pitchFamily="18" charset="0"/>
              </a:rPr>
              <a:t> a </a:t>
            </a:r>
            <a:r>
              <a:rPr lang="hi-IN" sz="1800" dirty="0" err="1">
                <a:latin typeface="times" panose="02020603050405020304" pitchFamily="18" charset="0"/>
              </a:rPr>
              <a:t>weak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or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no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linear</a:t>
            </a:r>
            <a:r>
              <a:rPr lang="hi-IN" sz="1800" dirty="0">
                <a:latin typeface="times" panose="02020603050405020304" pitchFamily="18" charset="0"/>
              </a:rPr>
              <a:t> </a:t>
            </a:r>
            <a:r>
              <a:rPr lang="hi-IN" sz="1800" dirty="0" err="1">
                <a:latin typeface="times" panose="02020603050405020304" pitchFamily="18" charset="0"/>
              </a:rPr>
              <a:t>relationship</a:t>
            </a:r>
            <a:r>
              <a:rPr lang="hi-IN" sz="1800" dirty="0">
                <a:latin typeface="times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8553299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99EEB-584E-6D11-F230-D85AE356B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81174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IN" sz="3600" b="1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KEY INSIGHTS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9CAAE0-6EB1-9256-F423-8CE17BE6D1F0}"/>
              </a:ext>
            </a:extLst>
          </p:cNvPr>
          <p:cNvSpPr txBox="1"/>
          <p:nvPr/>
        </p:nvSpPr>
        <p:spPr>
          <a:xfrm>
            <a:off x="838200" y="1446299"/>
            <a:ext cx="1083269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hi-IN" sz="1800" b="1" dirty="0" err="1"/>
              <a:t>Dataset</a:t>
            </a:r>
            <a:r>
              <a:rPr lang="hi-IN" sz="1800" b="1" dirty="0"/>
              <a:t> </a:t>
            </a:r>
            <a:r>
              <a:rPr lang="hi-IN" sz="1800" b="1" dirty="0" err="1"/>
              <a:t>Coverage</a:t>
            </a:r>
            <a:r>
              <a:rPr lang="hi-IN" sz="1800" b="1" dirty="0"/>
              <a:t>:</a:t>
            </a:r>
            <a:r>
              <a:rPr lang="hi-IN" sz="1800" dirty="0"/>
              <a:t> </a:t>
            </a:r>
            <a:r>
              <a:rPr lang="hi-IN" sz="1800" dirty="0" err="1"/>
              <a:t>Successfully</a:t>
            </a:r>
            <a:r>
              <a:rPr lang="hi-IN" sz="1800" dirty="0"/>
              <a:t> </a:t>
            </a:r>
            <a:r>
              <a:rPr lang="hi-IN" sz="1800" dirty="0" err="1"/>
              <a:t>collected</a:t>
            </a:r>
            <a:r>
              <a:rPr lang="hi-IN" sz="1800" dirty="0"/>
              <a:t> 1,000 </a:t>
            </a:r>
            <a:r>
              <a:rPr lang="hi-IN" sz="1800" dirty="0" err="1"/>
              <a:t>book</a:t>
            </a:r>
            <a:r>
              <a:rPr lang="hi-IN" sz="1800" dirty="0"/>
              <a:t> </a:t>
            </a:r>
            <a:r>
              <a:rPr lang="hi-IN" sz="1800" dirty="0" err="1"/>
              <a:t>records</a:t>
            </a:r>
            <a:r>
              <a:rPr lang="hi-IN" sz="1800" dirty="0"/>
              <a:t> </a:t>
            </a:r>
            <a:r>
              <a:rPr lang="hi-IN" sz="1800" dirty="0" err="1"/>
              <a:t>across</a:t>
            </a:r>
            <a:r>
              <a:rPr lang="hi-IN" sz="1800" dirty="0"/>
              <a:t> </a:t>
            </a:r>
            <a:r>
              <a:rPr lang="hi-IN" sz="1800" dirty="0" err="1"/>
              <a:t>six</a:t>
            </a:r>
            <a:r>
              <a:rPr lang="hi-IN" sz="1800" dirty="0"/>
              <a:t> </a:t>
            </a:r>
            <a:r>
              <a:rPr lang="hi-IN" sz="1800" dirty="0" err="1"/>
              <a:t>attributes</a:t>
            </a:r>
            <a:r>
              <a:rPr lang="hi-IN" sz="1800" dirty="0"/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hi-IN" sz="1800" b="1" dirty="0" err="1"/>
              <a:t>Category</a:t>
            </a:r>
            <a:r>
              <a:rPr lang="hi-IN" sz="1800" b="1" dirty="0"/>
              <a:t> </a:t>
            </a:r>
            <a:r>
              <a:rPr lang="hi-IN" sz="1800" b="1" dirty="0" err="1"/>
              <a:t>Distribution</a:t>
            </a:r>
            <a:r>
              <a:rPr lang="hi-IN" sz="1800" b="1" dirty="0"/>
              <a:t>:</a:t>
            </a:r>
            <a:r>
              <a:rPr lang="hi-IN" sz="1800" dirty="0"/>
              <a:t> </a:t>
            </a:r>
            <a:r>
              <a:rPr lang="hi-IN" sz="1800" dirty="0" err="1"/>
              <a:t>Identifies</a:t>
            </a:r>
            <a:r>
              <a:rPr lang="hi-IN" sz="1800" dirty="0"/>
              <a:t> </a:t>
            </a:r>
            <a:r>
              <a:rPr lang="hi-IN" sz="1800" dirty="0" err="1"/>
              <a:t>the</a:t>
            </a:r>
            <a:r>
              <a:rPr lang="hi-IN" sz="1800" dirty="0"/>
              <a:t> </a:t>
            </a:r>
            <a:r>
              <a:rPr lang="hi-IN" sz="1800" dirty="0" err="1"/>
              <a:t>most</a:t>
            </a:r>
            <a:r>
              <a:rPr lang="hi-IN" sz="1800" dirty="0"/>
              <a:t> </a:t>
            </a:r>
            <a:r>
              <a:rPr lang="hi-IN" sz="1800" dirty="0" err="1"/>
              <a:t>represented</a:t>
            </a:r>
            <a:r>
              <a:rPr lang="hi-IN" sz="1800" dirty="0"/>
              <a:t> </a:t>
            </a:r>
            <a:r>
              <a:rPr lang="hi-IN" sz="1800" dirty="0" err="1"/>
              <a:t>book</a:t>
            </a:r>
            <a:r>
              <a:rPr lang="hi-IN" sz="1800" dirty="0"/>
              <a:t> </a:t>
            </a:r>
            <a:r>
              <a:rPr lang="hi-IN" sz="1800" dirty="0" err="1"/>
              <a:t>categories</a:t>
            </a:r>
            <a:r>
              <a:rPr lang="hi-IN" sz="1800" dirty="0"/>
              <a:t> </a:t>
            </a:r>
            <a:r>
              <a:rPr lang="hi-IN" sz="1800" dirty="0" err="1"/>
              <a:t>in</a:t>
            </a:r>
            <a:r>
              <a:rPr lang="hi-IN" sz="1800" dirty="0"/>
              <a:t> </a:t>
            </a:r>
            <a:r>
              <a:rPr lang="hi-IN" sz="1800" dirty="0" err="1"/>
              <a:t>the</a:t>
            </a:r>
            <a:r>
              <a:rPr lang="hi-IN" sz="1800" dirty="0"/>
              <a:t> </a:t>
            </a:r>
            <a:r>
              <a:rPr lang="hi-IN" sz="1800" dirty="0" err="1"/>
              <a:t>online</a:t>
            </a:r>
            <a:r>
              <a:rPr lang="hi-IN" sz="1800" dirty="0"/>
              <a:t> </a:t>
            </a:r>
            <a:r>
              <a:rPr lang="hi-IN" sz="1800" dirty="0" err="1"/>
              <a:t>catalogue</a:t>
            </a:r>
            <a:r>
              <a:rPr lang="hi-IN" sz="1800" dirty="0"/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hi-IN" sz="1800" b="1" dirty="0" err="1"/>
              <a:t>Book</a:t>
            </a:r>
            <a:r>
              <a:rPr lang="hi-IN" sz="1800" b="1" dirty="0"/>
              <a:t> </a:t>
            </a:r>
            <a:r>
              <a:rPr lang="hi-IN" sz="1800" b="1" dirty="0" err="1"/>
              <a:t>Availability</a:t>
            </a:r>
            <a:r>
              <a:rPr lang="hi-IN" sz="1800" b="1" dirty="0"/>
              <a:t>:</a:t>
            </a:r>
            <a:r>
              <a:rPr lang="hi-IN" sz="1800" dirty="0"/>
              <a:t> </a:t>
            </a:r>
            <a:r>
              <a:rPr lang="hi-IN" sz="1800" dirty="0" err="1"/>
              <a:t>Shows</a:t>
            </a:r>
            <a:r>
              <a:rPr lang="hi-IN" sz="1800" dirty="0"/>
              <a:t> </a:t>
            </a:r>
            <a:r>
              <a:rPr lang="hi-IN" sz="1800" dirty="0" err="1"/>
              <a:t>the</a:t>
            </a:r>
            <a:r>
              <a:rPr lang="hi-IN" sz="1800" dirty="0"/>
              <a:t> </a:t>
            </a:r>
            <a:r>
              <a:rPr lang="hi-IN" sz="1800" dirty="0" err="1"/>
              <a:t>distribution</a:t>
            </a:r>
            <a:r>
              <a:rPr lang="hi-IN" sz="1800" dirty="0"/>
              <a:t> </a:t>
            </a:r>
            <a:r>
              <a:rPr lang="hi-IN" sz="1800" dirty="0" err="1"/>
              <a:t>of</a:t>
            </a:r>
            <a:r>
              <a:rPr lang="hi-IN" sz="1800" dirty="0"/>
              <a:t> </a:t>
            </a:r>
            <a:r>
              <a:rPr lang="hi-IN" sz="1800" dirty="0" err="1"/>
              <a:t>books</a:t>
            </a:r>
            <a:r>
              <a:rPr lang="hi-IN" sz="1800" dirty="0"/>
              <a:t> </a:t>
            </a:r>
            <a:r>
              <a:rPr lang="hi-IN" sz="1800" dirty="0" err="1"/>
              <a:t>that</a:t>
            </a:r>
            <a:r>
              <a:rPr lang="hi-IN" sz="1800" dirty="0"/>
              <a:t> </a:t>
            </a:r>
            <a:r>
              <a:rPr lang="hi-IN" sz="1800" dirty="0" err="1"/>
              <a:t>are</a:t>
            </a:r>
            <a:r>
              <a:rPr lang="hi-IN" sz="1800" dirty="0"/>
              <a:t> </a:t>
            </a:r>
            <a:r>
              <a:rPr lang="hi-IN" sz="1800" dirty="0" err="1"/>
              <a:t>in</a:t>
            </a:r>
            <a:r>
              <a:rPr lang="hi-IN" sz="1800" dirty="0"/>
              <a:t> </a:t>
            </a:r>
            <a:r>
              <a:rPr lang="hi-IN" sz="1800" dirty="0" err="1"/>
              <a:t>stock</a:t>
            </a:r>
            <a:r>
              <a:rPr lang="hi-IN" sz="1800" dirty="0"/>
              <a:t> </a:t>
            </a:r>
            <a:r>
              <a:rPr lang="hi-IN" sz="1800" dirty="0" err="1"/>
              <a:t>and</a:t>
            </a:r>
            <a:r>
              <a:rPr lang="hi-IN" sz="1800" dirty="0"/>
              <a:t> </a:t>
            </a:r>
            <a:r>
              <a:rPr lang="hi-IN" sz="1800" dirty="0" err="1"/>
              <a:t>out</a:t>
            </a:r>
            <a:r>
              <a:rPr lang="hi-IN" sz="1800" dirty="0"/>
              <a:t> </a:t>
            </a:r>
            <a:r>
              <a:rPr lang="hi-IN" sz="1800" dirty="0" err="1"/>
              <a:t>of</a:t>
            </a:r>
            <a:r>
              <a:rPr lang="hi-IN" sz="1800" dirty="0"/>
              <a:t> </a:t>
            </a:r>
            <a:r>
              <a:rPr lang="hi-IN" sz="1800" dirty="0" err="1"/>
              <a:t>stock</a:t>
            </a:r>
            <a:r>
              <a:rPr lang="hi-IN" sz="1800" dirty="0"/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hi-IN" sz="1800" b="1" dirty="0" err="1"/>
              <a:t>Rating</a:t>
            </a:r>
            <a:r>
              <a:rPr lang="hi-IN" sz="1800" b="1" dirty="0"/>
              <a:t> </a:t>
            </a:r>
            <a:r>
              <a:rPr lang="hi-IN" sz="1800" b="1" dirty="0" err="1"/>
              <a:t>Distribution</a:t>
            </a:r>
            <a:r>
              <a:rPr lang="hi-IN" sz="1800" b="1" dirty="0"/>
              <a:t>:</a:t>
            </a:r>
            <a:r>
              <a:rPr lang="hi-IN" sz="1800" dirty="0"/>
              <a:t> </a:t>
            </a:r>
            <a:r>
              <a:rPr lang="hi-IN" sz="1800" dirty="0" err="1"/>
              <a:t>Highlights</a:t>
            </a:r>
            <a:r>
              <a:rPr lang="hi-IN" sz="1800" dirty="0"/>
              <a:t> </a:t>
            </a:r>
            <a:r>
              <a:rPr lang="hi-IN" sz="1800" dirty="0" err="1"/>
              <a:t>the</a:t>
            </a:r>
            <a:r>
              <a:rPr lang="hi-IN" sz="1800" dirty="0"/>
              <a:t> </a:t>
            </a:r>
            <a:r>
              <a:rPr lang="hi-IN" sz="1800" dirty="0" err="1"/>
              <a:t>most</a:t>
            </a:r>
            <a:r>
              <a:rPr lang="hi-IN" sz="1800" dirty="0"/>
              <a:t> </a:t>
            </a:r>
            <a:r>
              <a:rPr lang="hi-IN" sz="1800" dirty="0" err="1"/>
              <a:t>common</a:t>
            </a:r>
            <a:r>
              <a:rPr lang="hi-IN" sz="1800" dirty="0"/>
              <a:t> </a:t>
            </a:r>
            <a:r>
              <a:rPr lang="hi-IN" sz="1800" dirty="0" err="1"/>
              <a:t>book</a:t>
            </a:r>
            <a:r>
              <a:rPr lang="hi-IN" sz="1800" dirty="0"/>
              <a:t> </a:t>
            </a:r>
            <a:r>
              <a:rPr lang="hi-IN" sz="1800" dirty="0" err="1"/>
              <a:t>rating</a:t>
            </a:r>
            <a:r>
              <a:rPr lang="hi-IN" sz="1800" dirty="0"/>
              <a:t> </a:t>
            </a:r>
            <a:r>
              <a:rPr lang="hi-IN" sz="1800" dirty="0" err="1"/>
              <a:t>levels</a:t>
            </a:r>
            <a:r>
              <a:rPr lang="hi-IN" sz="1800" dirty="0"/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hi-IN" sz="1800" b="1" dirty="0" err="1"/>
              <a:t>Price</a:t>
            </a:r>
            <a:r>
              <a:rPr lang="hi-IN" sz="1800" b="1" dirty="0"/>
              <a:t> </a:t>
            </a:r>
            <a:r>
              <a:rPr lang="hi-IN" sz="1800" b="1" dirty="0" err="1"/>
              <a:t>vs</a:t>
            </a:r>
            <a:r>
              <a:rPr lang="hi-IN" sz="1800" b="1" dirty="0"/>
              <a:t>. </a:t>
            </a:r>
            <a:r>
              <a:rPr lang="hi-IN" sz="1800" b="1" dirty="0" err="1"/>
              <a:t>Rating</a:t>
            </a:r>
            <a:r>
              <a:rPr lang="hi-IN" sz="1800" b="1" dirty="0"/>
              <a:t>:</a:t>
            </a:r>
            <a:r>
              <a:rPr lang="hi-IN" sz="1800" dirty="0"/>
              <a:t> </a:t>
            </a:r>
            <a:r>
              <a:rPr lang="hi-IN" sz="1800" dirty="0" err="1"/>
              <a:t>Examines</a:t>
            </a:r>
            <a:r>
              <a:rPr lang="hi-IN" sz="1800" dirty="0"/>
              <a:t> </a:t>
            </a:r>
            <a:r>
              <a:rPr lang="hi-IN" sz="1800" dirty="0" err="1"/>
              <a:t>the</a:t>
            </a:r>
            <a:r>
              <a:rPr lang="hi-IN" sz="1800" dirty="0"/>
              <a:t> </a:t>
            </a:r>
            <a:r>
              <a:rPr lang="hi-IN" sz="1800" dirty="0" err="1"/>
              <a:t>relationship</a:t>
            </a:r>
            <a:r>
              <a:rPr lang="hi-IN" sz="1800" dirty="0"/>
              <a:t> </a:t>
            </a:r>
            <a:r>
              <a:rPr lang="hi-IN" sz="1800" dirty="0" err="1"/>
              <a:t>between</a:t>
            </a:r>
            <a:r>
              <a:rPr lang="hi-IN" sz="1800" dirty="0"/>
              <a:t> </a:t>
            </a:r>
            <a:r>
              <a:rPr lang="hi-IN" sz="1800" dirty="0" err="1"/>
              <a:t>book</a:t>
            </a:r>
            <a:r>
              <a:rPr lang="hi-IN" sz="1800" dirty="0"/>
              <a:t> </a:t>
            </a:r>
            <a:r>
              <a:rPr lang="hi-IN" sz="1800" dirty="0" err="1"/>
              <a:t>prices</a:t>
            </a:r>
            <a:r>
              <a:rPr lang="hi-IN" sz="1800" dirty="0"/>
              <a:t> </a:t>
            </a:r>
            <a:r>
              <a:rPr lang="hi-IN" sz="1800" dirty="0" err="1"/>
              <a:t>and</a:t>
            </a:r>
            <a:r>
              <a:rPr lang="hi-IN" sz="1800" dirty="0"/>
              <a:t> </a:t>
            </a:r>
            <a:r>
              <a:rPr lang="hi-IN" sz="1800" dirty="0" err="1"/>
              <a:t>ratings</a:t>
            </a:r>
            <a:r>
              <a:rPr lang="hi-IN" sz="1800" dirty="0"/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hi-IN" sz="1800" b="1" dirty="0" err="1"/>
              <a:t>Price</a:t>
            </a:r>
            <a:r>
              <a:rPr lang="hi-IN" sz="1800" b="1" dirty="0"/>
              <a:t> </a:t>
            </a:r>
            <a:r>
              <a:rPr lang="hi-IN" sz="1800" b="1" dirty="0" err="1"/>
              <a:t>by</a:t>
            </a:r>
            <a:r>
              <a:rPr lang="hi-IN" sz="1800" b="1" dirty="0"/>
              <a:t> </a:t>
            </a:r>
            <a:r>
              <a:rPr lang="hi-IN" sz="1800" b="1" dirty="0" err="1"/>
              <a:t>Category</a:t>
            </a:r>
            <a:r>
              <a:rPr lang="hi-IN" sz="1800" b="1" dirty="0"/>
              <a:t>:</a:t>
            </a:r>
            <a:r>
              <a:rPr lang="hi-IN" sz="1800" dirty="0"/>
              <a:t> </a:t>
            </a:r>
            <a:r>
              <a:rPr lang="hi-IN" sz="1800" dirty="0" err="1"/>
              <a:t>Compares</a:t>
            </a:r>
            <a:r>
              <a:rPr lang="hi-IN" sz="1800" dirty="0"/>
              <a:t> </a:t>
            </a:r>
            <a:r>
              <a:rPr lang="hi-IN" sz="1800" dirty="0" err="1"/>
              <a:t>price</a:t>
            </a:r>
            <a:r>
              <a:rPr lang="hi-IN" sz="1800" dirty="0"/>
              <a:t> </a:t>
            </a:r>
            <a:r>
              <a:rPr lang="hi-IN" sz="1800" dirty="0" err="1"/>
              <a:t>ranges</a:t>
            </a:r>
            <a:r>
              <a:rPr lang="hi-IN" sz="1800" dirty="0"/>
              <a:t> </a:t>
            </a:r>
            <a:r>
              <a:rPr lang="hi-IN" sz="1800" dirty="0" err="1"/>
              <a:t>across</a:t>
            </a:r>
            <a:r>
              <a:rPr lang="hi-IN" sz="1800" dirty="0"/>
              <a:t> </a:t>
            </a:r>
            <a:r>
              <a:rPr lang="hi-IN" sz="1800" dirty="0" err="1"/>
              <a:t>categories</a:t>
            </a:r>
            <a:r>
              <a:rPr lang="hi-IN" sz="1800" dirty="0"/>
              <a:t> </a:t>
            </a:r>
            <a:r>
              <a:rPr lang="hi-IN" sz="1800" dirty="0" err="1"/>
              <a:t>and</a:t>
            </a:r>
            <a:r>
              <a:rPr lang="hi-IN" sz="1800" dirty="0"/>
              <a:t> </a:t>
            </a:r>
            <a:r>
              <a:rPr lang="hi-IN" sz="1800" dirty="0" err="1"/>
              <a:t>identifies</a:t>
            </a:r>
            <a:r>
              <a:rPr lang="hi-IN" sz="1800" dirty="0"/>
              <a:t> </a:t>
            </a:r>
            <a:r>
              <a:rPr lang="hi-IN" sz="1800" dirty="0" err="1"/>
              <a:t>potential</a:t>
            </a:r>
            <a:r>
              <a:rPr lang="hi-IN" sz="1800" dirty="0"/>
              <a:t> </a:t>
            </a:r>
            <a:r>
              <a:rPr lang="hi-IN" sz="1800" dirty="0" err="1"/>
              <a:t>outliers</a:t>
            </a:r>
            <a:r>
              <a:rPr lang="hi-IN" sz="1800" dirty="0"/>
              <a:t>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hi-IN" sz="1800" dirty="0">
              <a:latin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51792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BC5C8-9B7A-B4A5-A322-AB45B4722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IN" sz="3600" b="1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23813A-459A-069D-4BD4-58F33B9514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 algn="just">
              <a:buNone/>
            </a:pPr>
            <a:r>
              <a:rPr lang="hi-IN" sz="2400" dirty="0" err="1">
                <a:latin typeface="times" panose="02020603050405020304" pitchFamily="18" charset="0"/>
              </a:rPr>
              <a:t>The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Online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Book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Dataset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Analysis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project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successfully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collected</a:t>
            </a:r>
            <a:r>
              <a:rPr lang="hi-IN" sz="2400" dirty="0">
                <a:latin typeface="times" panose="02020603050405020304" pitchFamily="18" charset="0"/>
              </a:rPr>
              <a:t> 1,000 </a:t>
            </a:r>
            <a:r>
              <a:rPr lang="hi-IN" sz="2400" dirty="0" err="1">
                <a:latin typeface="times" panose="02020603050405020304" pitchFamily="18" charset="0"/>
              </a:rPr>
              <a:t>book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records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from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the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Books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to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Scrape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website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and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transformed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them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into</a:t>
            </a:r>
            <a:r>
              <a:rPr lang="hi-IN" sz="2400" dirty="0">
                <a:latin typeface="times" panose="02020603050405020304" pitchFamily="18" charset="0"/>
              </a:rPr>
              <a:t> a </a:t>
            </a:r>
            <a:r>
              <a:rPr lang="hi-IN" sz="2400" dirty="0" err="1">
                <a:latin typeface="times" panose="02020603050405020304" pitchFamily="18" charset="0"/>
              </a:rPr>
              <a:t>structured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dataset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for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analysis</a:t>
            </a:r>
            <a:r>
              <a:rPr lang="hi-IN" sz="2400" dirty="0">
                <a:latin typeface="times" panose="02020603050405020304" pitchFamily="18" charset="0"/>
              </a:rPr>
              <a:t>. </a:t>
            </a:r>
            <a:r>
              <a:rPr lang="hi-IN" sz="2400" dirty="0" err="1">
                <a:latin typeface="times" panose="02020603050405020304" pitchFamily="18" charset="0"/>
              </a:rPr>
              <a:t>The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project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explored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book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characteristics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such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as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price</a:t>
            </a:r>
            <a:r>
              <a:rPr lang="hi-IN" sz="2400" dirty="0">
                <a:latin typeface="times" panose="02020603050405020304" pitchFamily="18" charset="0"/>
              </a:rPr>
              <a:t>, </a:t>
            </a:r>
            <a:r>
              <a:rPr lang="hi-IN" sz="2400" dirty="0" err="1">
                <a:latin typeface="times" panose="02020603050405020304" pitchFamily="18" charset="0"/>
              </a:rPr>
              <a:t>rating</a:t>
            </a:r>
            <a:r>
              <a:rPr lang="hi-IN" sz="2400" dirty="0">
                <a:latin typeface="times" panose="02020603050405020304" pitchFamily="18" charset="0"/>
              </a:rPr>
              <a:t>, </a:t>
            </a:r>
            <a:r>
              <a:rPr lang="hi-IN" sz="2400" dirty="0" err="1">
                <a:latin typeface="times" panose="02020603050405020304" pitchFamily="18" charset="0"/>
              </a:rPr>
              <a:t>category</a:t>
            </a:r>
            <a:r>
              <a:rPr lang="hi-IN" sz="2400" dirty="0">
                <a:latin typeface="times" panose="02020603050405020304" pitchFamily="18" charset="0"/>
              </a:rPr>
              <a:t>, </a:t>
            </a:r>
            <a:r>
              <a:rPr lang="hi-IN" sz="2400" dirty="0" err="1">
                <a:latin typeface="times" panose="02020603050405020304" pitchFamily="18" charset="0"/>
              </a:rPr>
              <a:t>and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availability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to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identify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meaningful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patterns</a:t>
            </a:r>
            <a:r>
              <a:rPr lang="hi-IN" sz="2400" dirty="0">
                <a:latin typeface="times" panose="02020603050405020304" pitchFamily="18" charset="0"/>
              </a:rPr>
              <a:t>. </a:t>
            </a:r>
            <a:r>
              <a:rPr lang="hi-IN" sz="2400" dirty="0" err="1">
                <a:latin typeface="times" panose="02020603050405020304" pitchFamily="18" charset="0"/>
              </a:rPr>
              <a:t>Univariate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and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bivariate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analyses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helped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examine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individual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data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distributions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and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the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relationship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between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book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prices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and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ratings</a:t>
            </a:r>
            <a:r>
              <a:rPr lang="hi-IN" sz="2400" dirty="0">
                <a:latin typeface="times" panose="02020603050405020304" pitchFamily="18" charset="0"/>
              </a:rPr>
              <a:t>. </a:t>
            </a:r>
            <a:r>
              <a:rPr lang="hi-IN" sz="2400" dirty="0" err="1">
                <a:latin typeface="times" panose="02020603050405020304" pitchFamily="18" charset="0"/>
              </a:rPr>
              <a:t>Overall</a:t>
            </a:r>
            <a:r>
              <a:rPr lang="hi-IN" sz="2400" dirty="0">
                <a:latin typeface="times" panose="02020603050405020304" pitchFamily="18" charset="0"/>
              </a:rPr>
              <a:t>, </a:t>
            </a:r>
            <a:r>
              <a:rPr lang="hi-IN" sz="2400" dirty="0" err="1">
                <a:latin typeface="times" panose="02020603050405020304" pitchFamily="18" charset="0"/>
              </a:rPr>
              <a:t>the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project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demonstrates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how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web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scraping</a:t>
            </a:r>
            <a:r>
              <a:rPr lang="hi-IN" sz="2400" dirty="0">
                <a:latin typeface="times" panose="02020603050405020304" pitchFamily="18" charset="0"/>
              </a:rPr>
              <a:t>, </a:t>
            </a:r>
            <a:r>
              <a:rPr lang="hi-IN" sz="2400" dirty="0" err="1">
                <a:latin typeface="times" panose="02020603050405020304" pitchFamily="18" charset="0"/>
              </a:rPr>
              <a:t>data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cleaning</a:t>
            </a:r>
            <a:r>
              <a:rPr lang="hi-IN" sz="2400" dirty="0">
                <a:latin typeface="times" panose="02020603050405020304" pitchFamily="18" charset="0"/>
              </a:rPr>
              <a:t>, </a:t>
            </a:r>
            <a:r>
              <a:rPr lang="hi-IN" sz="2400" dirty="0" err="1">
                <a:latin typeface="times" panose="02020603050405020304" pitchFamily="18" charset="0"/>
              </a:rPr>
              <a:t>and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exploratory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data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analysis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can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convert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raw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online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book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data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into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meaningful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insights</a:t>
            </a:r>
            <a:r>
              <a:rPr lang="hi-IN" sz="2400" dirty="0">
                <a:latin typeface="times" panose="02020603050405020304" pitchFamily="18" charset="0"/>
              </a:rPr>
              <a:t>.</a:t>
            </a:r>
          </a:p>
          <a:p>
            <a:pPr marL="114300" indent="0" algn="just">
              <a:buNone/>
            </a:pPr>
            <a:endParaRPr lang="en-IN" sz="24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87391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CA493-3037-DB01-0DAC-3FB03F0B9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62230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IN" sz="3600" b="1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RECOMMENDATIONS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8A4327-EB09-1A8C-F2D8-A46BC80AF7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35510"/>
            <a:ext cx="10515600" cy="4741453"/>
          </a:xfrm>
        </p:spPr>
        <p:txBody>
          <a:bodyPr>
            <a:normAutofit/>
          </a:bodyPr>
          <a:lstStyle/>
          <a:p>
            <a:pPr algn="just"/>
            <a:r>
              <a:rPr lang="hi-IN" sz="2400" dirty="0" err="1">
                <a:latin typeface="times" panose="02020603050405020304" pitchFamily="18" charset="0"/>
              </a:rPr>
              <a:t>Based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on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the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analysis</a:t>
            </a:r>
            <a:r>
              <a:rPr lang="hi-IN" sz="2400" dirty="0">
                <a:latin typeface="times" panose="02020603050405020304" pitchFamily="18" charset="0"/>
              </a:rPr>
              <a:t>, </a:t>
            </a:r>
            <a:r>
              <a:rPr lang="hi-IN" sz="2400" dirty="0" err="1">
                <a:latin typeface="times" panose="02020603050405020304" pitchFamily="18" charset="0"/>
              </a:rPr>
              <a:t>online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bookstores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can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use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book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price</a:t>
            </a:r>
            <a:r>
              <a:rPr lang="hi-IN" sz="2400" dirty="0">
                <a:latin typeface="times" panose="02020603050405020304" pitchFamily="18" charset="0"/>
              </a:rPr>
              <a:t>, </a:t>
            </a:r>
            <a:r>
              <a:rPr lang="hi-IN" sz="2400" dirty="0" err="1">
                <a:latin typeface="times" panose="02020603050405020304" pitchFamily="18" charset="0"/>
              </a:rPr>
              <a:t>rating</a:t>
            </a:r>
            <a:r>
              <a:rPr lang="hi-IN" sz="2400" dirty="0">
                <a:latin typeface="times" panose="02020603050405020304" pitchFamily="18" charset="0"/>
              </a:rPr>
              <a:t>, </a:t>
            </a:r>
            <a:r>
              <a:rPr lang="hi-IN" sz="2400" dirty="0" err="1">
                <a:latin typeface="times" panose="02020603050405020304" pitchFamily="18" charset="0"/>
              </a:rPr>
              <a:t>category</a:t>
            </a:r>
            <a:r>
              <a:rPr lang="hi-IN" sz="2400" dirty="0">
                <a:latin typeface="times" panose="02020603050405020304" pitchFamily="18" charset="0"/>
              </a:rPr>
              <a:t>, </a:t>
            </a:r>
            <a:r>
              <a:rPr lang="hi-IN" sz="2400" dirty="0" err="1">
                <a:latin typeface="times" panose="02020603050405020304" pitchFamily="18" charset="0"/>
              </a:rPr>
              <a:t>and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availability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data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to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better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understand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their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catalogue</a:t>
            </a:r>
            <a:r>
              <a:rPr lang="hi-IN" sz="2400" dirty="0">
                <a:latin typeface="times" panose="02020603050405020304" pitchFamily="18" charset="0"/>
              </a:rPr>
              <a:t>. </a:t>
            </a:r>
            <a:r>
              <a:rPr lang="hi-IN" sz="2400" dirty="0" err="1">
                <a:latin typeface="times" panose="02020603050405020304" pitchFamily="18" charset="0"/>
              </a:rPr>
              <a:t>Categories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with</a:t>
            </a:r>
            <a:r>
              <a:rPr lang="hi-IN" sz="2400" dirty="0">
                <a:latin typeface="times" panose="02020603050405020304" pitchFamily="18" charset="0"/>
              </a:rPr>
              <a:t> a </a:t>
            </a:r>
            <a:r>
              <a:rPr lang="hi-IN" sz="2400" dirty="0" err="1">
                <a:latin typeface="times" panose="02020603050405020304" pitchFamily="18" charset="0"/>
              </a:rPr>
              <a:t>larger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number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of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books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can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be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monitored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to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maintain</a:t>
            </a:r>
            <a:r>
              <a:rPr lang="hi-IN" sz="2400" dirty="0">
                <a:latin typeface="times" panose="02020603050405020304" pitchFamily="18" charset="0"/>
              </a:rPr>
              <a:t> a </a:t>
            </a:r>
            <a:r>
              <a:rPr lang="hi-IN" sz="2400" dirty="0" err="1">
                <a:latin typeface="times" panose="02020603050405020304" pitchFamily="18" charset="0"/>
              </a:rPr>
              <a:t>balanced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selection</a:t>
            </a:r>
            <a:r>
              <a:rPr lang="hi-IN" sz="2400" dirty="0">
                <a:latin typeface="times" panose="02020603050405020304" pitchFamily="18" charset="0"/>
              </a:rPr>
              <a:t>, </a:t>
            </a:r>
            <a:r>
              <a:rPr lang="hi-IN" sz="2400" dirty="0" err="1">
                <a:latin typeface="times" panose="02020603050405020304" pitchFamily="18" charset="0"/>
              </a:rPr>
              <a:t>while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price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comparisons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across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categories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can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support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pricing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decisions</a:t>
            </a:r>
            <a:r>
              <a:rPr lang="hi-IN" sz="2400" dirty="0">
                <a:latin typeface="times" panose="02020603050405020304" pitchFamily="18" charset="0"/>
              </a:rPr>
              <a:t>. </a:t>
            </a:r>
            <a:r>
              <a:rPr lang="hi-IN" sz="2400" dirty="0" err="1">
                <a:latin typeface="times" panose="02020603050405020304" pitchFamily="18" charset="0"/>
              </a:rPr>
              <a:t>Book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ratings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can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help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identify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highly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rated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titles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and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understand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customer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preferences</a:t>
            </a:r>
            <a:r>
              <a:rPr lang="hi-IN" sz="2400" dirty="0">
                <a:latin typeface="times" panose="02020603050405020304" pitchFamily="18" charset="0"/>
              </a:rPr>
              <a:t>. </a:t>
            </a:r>
            <a:r>
              <a:rPr lang="hi-IN" sz="2400" dirty="0" err="1">
                <a:latin typeface="times" panose="02020603050405020304" pitchFamily="18" charset="0"/>
              </a:rPr>
              <a:t>Regularly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updating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book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information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through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web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scraping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can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also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help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maintain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an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organized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and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up-to-date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dataset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for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future</a:t>
            </a:r>
            <a:r>
              <a:rPr lang="hi-IN" sz="2400" dirty="0">
                <a:latin typeface="times" panose="02020603050405020304" pitchFamily="18" charset="0"/>
              </a:rPr>
              <a:t> </a:t>
            </a:r>
            <a:r>
              <a:rPr lang="hi-IN" sz="2400" dirty="0" err="1">
                <a:latin typeface="times" panose="02020603050405020304" pitchFamily="18" charset="0"/>
              </a:rPr>
              <a:t>analysis</a:t>
            </a:r>
            <a:r>
              <a:rPr lang="hi-IN" sz="2400" dirty="0">
                <a:latin typeface="times" panose="02020603050405020304" pitchFamily="18" charset="0"/>
              </a:rPr>
              <a:t>.</a:t>
            </a:r>
          </a:p>
          <a:p>
            <a:pPr algn="just"/>
            <a:endParaRPr lang="en-IN" sz="24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0123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F3025E2-F92A-943F-45CC-6B656C41DCF0}"/>
              </a:ext>
            </a:extLst>
          </p:cNvPr>
          <p:cNvSpPr txBox="1"/>
          <p:nvPr/>
        </p:nvSpPr>
        <p:spPr>
          <a:xfrm>
            <a:off x="3175819" y="2615380"/>
            <a:ext cx="566338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800" dirty="0">
                <a:solidFill>
                  <a:srgbClr val="FF0000"/>
                </a:solidFill>
              </a:rPr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22302924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3266</TotalTime>
  <Words>1282</Words>
  <Application>Microsoft Office PowerPoint</Application>
  <PresentationFormat>Widescreen</PresentationFormat>
  <Paragraphs>143</Paragraphs>
  <Slides>20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Courier New</vt:lpstr>
      <vt:lpstr>Libre Baskerville</vt:lpstr>
      <vt:lpstr>Calibri</vt:lpstr>
      <vt:lpstr>Wingdings</vt:lpstr>
      <vt:lpstr>Times New Roman</vt:lpstr>
      <vt:lpstr>Arial</vt:lpstr>
      <vt:lpstr>times</vt:lpstr>
      <vt:lpstr>Office Theme</vt:lpstr>
      <vt:lpstr>PowerPoint Presentation</vt:lpstr>
      <vt:lpstr>PowerPoint Presentation</vt:lpstr>
      <vt:lpstr>      Agenda  </vt:lpstr>
      <vt:lpstr>INTRODUCTION</vt:lpstr>
      <vt:lpstr>Business Problem</vt:lpstr>
      <vt:lpstr>BUSINESS STATEMENT</vt:lpstr>
      <vt:lpstr>OBJECTIVE OF THE PROJECT</vt:lpstr>
      <vt:lpstr>EDA OVERVIEW</vt:lpstr>
      <vt:lpstr>Key Fields Extracted</vt:lpstr>
      <vt:lpstr>EDA ANALYSIS</vt:lpstr>
      <vt:lpstr>PowerPoint Presentation</vt:lpstr>
      <vt:lpstr>Bi-Variate Analysis</vt:lpstr>
      <vt:lpstr>PowerPoint Presentation</vt:lpstr>
      <vt:lpstr>Hypothesis testing</vt:lpstr>
      <vt:lpstr>Multivariate Analysis</vt:lpstr>
      <vt:lpstr>KEY INSIGHTS</vt:lpstr>
      <vt:lpstr>CONCLUSION</vt:lpstr>
      <vt:lpstr>RECOMMENDATIONS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Srivalli janani</cp:lastModifiedBy>
  <cp:revision>6</cp:revision>
  <dcterms:created xsi:type="dcterms:W3CDTF">2021-02-16T05:19:01Z</dcterms:created>
  <dcterms:modified xsi:type="dcterms:W3CDTF">2026-10-10T07:17:24Z</dcterms:modified>
</cp:coreProperties>
</file>